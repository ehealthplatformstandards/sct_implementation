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3178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F35326-9B33-33C1-F172-A1E7CE1DB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47617D7-64AC-CF1F-2063-38867FC92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7904DA-4168-9739-DF80-82631E6B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D991C2-381E-6C4B-D693-FE10C2E0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65808B2-9C8B-67DD-6EE4-2964CB0C9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490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A6B5EE-32E6-B8F0-4D96-D58F7E6C2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68E427C-EA1B-B564-E699-AB7245DCE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D286EFE-3562-7A1A-73B5-E208E979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604B369-9C40-4CB0-22E4-0C200193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F4425AE-277E-F4D1-C3DE-436835E81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828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0CBBEA-7763-47B7-72EC-66E243AA9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55ABD4-E6C8-E694-DFEC-057563366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80BF3A4-CBB4-0D54-3C49-8A805E47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B499520-A21E-A8A6-56FF-D2547A46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50326D6-CF51-EC58-E001-54C1FCA2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477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8444FB-E62A-245C-8A3C-0C631EB6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94D031-84AC-14EF-1761-AA47FC32F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E974D9E-E751-40F5-0DB6-E76309CFD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119BCEF-4642-9526-D17C-443DC0EA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A71E8AC-D9BC-3F33-6224-C8D71B89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0ABB7DE-8AE0-65CA-308E-24FB35B2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0232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D27396-75AD-ECDB-BD84-28478443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716B771-4C11-90FB-9184-606AC6759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BFEF073-B1A0-854C-31FA-FBE25E14F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6B9CF12-0AB9-7C5D-F0EA-AB7ADF875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1963EC7-DF04-D73A-134C-0CECBD4252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79C3671-F090-477B-46B7-D8D6BF6F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3B768C1-5DED-519C-E1FD-4CFBC38D9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E3D120D-67E2-2D95-183A-D416C601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772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3D1123-3ADE-34D6-3FD3-232E5C0D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AB14363-8243-5D17-A9D1-031E3874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36F1550-56CC-BD54-948E-E5A1939E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60F1C18-9C04-61C3-D03F-283788A2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95013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58A9385-D7FE-6F49-B30E-A9E7EB2C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14A6C7B-0E94-F794-08BE-87B335B4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01B5CCF-79B0-B41B-2792-970A5EDB2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961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A08998-3EA2-4D3B-95BA-F9A00A2F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266809-6213-EF73-8F5C-BE09F4DF5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D93362E-6C82-526D-D0EA-03044F5DC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3F288A3-487E-00E2-AE8B-ED6B467E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40DAD22-DF70-FC84-6C38-DD17C398B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ECE1010-38ED-196B-5982-2F3C7B27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124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A2D23D-3619-B6C5-2BC5-219E836E3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706859D9-CB61-00EF-8535-702CC07C9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5E32CA5-D27D-84D3-6CDA-144855C2D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6D04CC5-96A1-AB5D-5053-A1EA3319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9B2C6DC-1B5C-BA69-B654-05615708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CE44FB2-8470-61BF-08DF-84C173E1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47661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A8D6EF-415D-7D9F-39E2-2E4204D3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04C272D-9E19-8009-BAB5-CAEB12681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5A45C4-A7C7-5406-8FC7-2193147B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FFC5B93-9ABD-9369-2BAD-D6FA0E6E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8D70BA-3A8B-28ED-E384-E9159BE8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86447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0AB58DE-7092-FF19-DD92-0F1C427FD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7D1CA16-1BEB-8CEE-5E95-B361659DC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4BABC8D-5D3E-D0E8-CD03-433D3E39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37DD2EE-F756-C8DD-E32C-AC61DBA5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27C322E-385A-40DD-DEF7-2FED8D06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61415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2E204FD-454A-1CDF-5E2F-6CC0F2BFE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12192000" cy="616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09BC69BB-8176-DC75-C03D-4E5A6772B247}"/>
              </a:ext>
            </a:extLst>
          </p:cNvPr>
          <p:cNvGrpSpPr>
            <a:grpSpLocks/>
          </p:cNvGrpSpPr>
          <p:nvPr/>
        </p:nvGrpSpPr>
        <p:grpSpPr bwMode="auto">
          <a:xfrm>
            <a:off x="231775" y="6311900"/>
            <a:ext cx="366713" cy="352425"/>
            <a:chOff x="232043" y="6311872"/>
            <a:chExt cx="367030" cy="35306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CD2656E4-01BE-E49A-F896-E780F77154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165" y="6432114"/>
              <a:ext cx="112745" cy="112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31546EF-E1E0-0CA4-1786-FD611138E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41" y="6312128"/>
              <a:ext cx="367030" cy="352425"/>
            </a:xfrm>
            <a:custGeom>
              <a:avLst/>
              <a:gdLst>
                <a:gd name="T0" fmla="*/ 167398 w 367030"/>
                <a:gd name="T1" fmla="*/ 327253 h 352425"/>
                <a:gd name="T2" fmla="*/ 157797 w 367030"/>
                <a:gd name="T3" fmla="*/ 294513 h 352425"/>
                <a:gd name="T4" fmla="*/ 136385 w 367030"/>
                <a:gd name="T5" fmla="*/ 260680 h 352425"/>
                <a:gd name="T6" fmla="*/ 135928 w 367030"/>
                <a:gd name="T7" fmla="*/ 260121 h 352425"/>
                <a:gd name="T8" fmla="*/ 135509 w 367030"/>
                <a:gd name="T9" fmla="*/ 259537 h 352425"/>
                <a:gd name="T10" fmla="*/ 135051 w 367030"/>
                <a:gd name="T11" fmla="*/ 258965 h 352425"/>
                <a:gd name="T12" fmla="*/ 72428 w 367030"/>
                <a:gd name="T13" fmla="*/ 183743 h 352425"/>
                <a:gd name="T14" fmla="*/ 52285 w 367030"/>
                <a:gd name="T15" fmla="*/ 147193 h 352425"/>
                <a:gd name="T16" fmla="*/ 43992 w 367030"/>
                <a:gd name="T17" fmla="*/ 104394 h 352425"/>
                <a:gd name="T18" fmla="*/ 49745 w 367030"/>
                <a:gd name="T19" fmla="*/ 62992 h 352425"/>
                <a:gd name="T20" fmla="*/ 71755 w 367030"/>
                <a:gd name="T21" fmla="*/ 30619 h 352425"/>
                <a:gd name="T22" fmla="*/ 72923 w 367030"/>
                <a:gd name="T23" fmla="*/ 29667 h 352425"/>
                <a:gd name="T24" fmla="*/ 74104 w 367030"/>
                <a:gd name="T25" fmla="*/ 28752 h 352425"/>
                <a:gd name="T26" fmla="*/ 75298 w 367030"/>
                <a:gd name="T27" fmla="*/ 27863 h 352425"/>
                <a:gd name="T28" fmla="*/ 75196 w 367030"/>
                <a:gd name="T29" fmla="*/ 27736 h 352425"/>
                <a:gd name="T30" fmla="*/ 44335 w 367030"/>
                <a:gd name="T31" fmla="*/ 56032 h 352425"/>
                <a:gd name="T32" fmla="*/ 17322 w 367030"/>
                <a:gd name="T33" fmla="*/ 97307 h 352425"/>
                <a:gd name="T34" fmla="*/ 2590 w 367030"/>
                <a:gd name="T35" fmla="*/ 142684 h 352425"/>
                <a:gd name="T36" fmla="*/ 0 w 367030"/>
                <a:gd name="T37" fmla="*/ 189661 h 352425"/>
                <a:gd name="T38" fmla="*/ 9334 w 367030"/>
                <a:gd name="T39" fmla="*/ 235775 h 352425"/>
                <a:gd name="T40" fmla="*/ 29946 w 367030"/>
                <a:gd name="T41" fmla="*/ 277533 h 352425"/>
                <a:gd name="T42" fmla="*/ 62407 w 367030"/>
                <a:gd name="T43" fmla="*/ 314680 h 352425"/>
                <a:gd name="T44" fmla="*/ 104432 w 367030"/>
                <a:gd name="T45" fmla="*/ 342531 h 352425"/>
                <a:gd name="T46" fmla="*/ 134112 w 367030"/>
                <a:gd name="T47" fmla="*/ 352171 h 352425"/>
                <a:gd name="T48" fmla="*/ 160261 w 367030"/>
                <a:gd name="T49" fmla="*/ 349631 h 352425"/>
                <a:gd name="T50" fmla="*/ 167398 w 367030"/>
                <a:gd name="T51" fmla="*/ 327253 h 352425"/>
                <a:gd name="T52" fmla="*/ 366979 w 367030"/>
                <a:gd name="T53" fmla="*/ 163182 h 352425"/>
                <a:gd name="T54" fmla="*/ 357682 w 367030"/>
                <a:gd name="T55" fmla="*/ 117106 h 352425"/>
                <a:gd name="T56" fmla="*/ 336791 w 367030"/>
                <a:gd name="T57" fmla="*/ 74676 h 352425"/>
                <a:gd name="T58" fmla="*/ 303847 w 367030"/>
                <a:gd name="T59" fmla="*/ 37198 h 352425"/>
                <a:gd name="T60" fmla="*/ 248678 w 367030"/>
                <a:gd name="T61" fmla="*/ 4457 h 352425"/>
                <a:gd name="T62" fmla="*/ 233578 w 367030"/>
                <a:gd name="T63" fmla="*/ 0 h 352425"/>
                <a:gd name="T64" fmla="*/ 206502 w 367030"/>
                <a:gd name="T65" fmla="*/ 2628 h 352425"/>
                <a:gd name="T66" fmla="*/ 199364 w 367030"/>
                <a:gd name="T67" fmla="*/ 25006 h 352425"/>
                <a:gd name="T68" fmla="*/ 208965 w 367030"/>
                <a:gd name="T69" fmla="*/ 57734 h 352425"/>
                <a:gd name="T70" fmla="*/ 230390 w 367030"/>
                <a:gd name="T71" fmla="*/ 91579 h 352425"/>
                <a:gd name="T72" fmla="*/ 230835 w 367030"/>
                <a:gd name="T73" fmla="*/ 92138 h 352425"/>
                <a:gd name="T74" fmla="*/ 231254 w 367030"/>
                <a:gd name="T75" fmla="*/ 92722 h 352425"/>
                <a:gd name="T76" fmla="*/ 231711 w 367030"/>
                <a:gd name="T77" fmla="*/ 93294 h 352425"/>
                <a:gd name="T78" fmla="*/ 294335 w 367030"/>
                <a:gd name="T79" fmla="*/ 168516 h 352425"/>
                <a:gd name="T80" fmla="*/ 314477 w 367030"/>
                <a:gd name="T81" fmla="*/ 205066 h 352425"/>
                <a:gd name="T82" fmla="*/ 322770 w 367030"/>
                <a:gd name="T83" fmla="*/ 247853 h 352425"/>
                <a:gd name="T84" fmla="*/ 317017 w 367030"/>
                <a:gd name="T85" fmla="*/ 289255 h 352425"/>
                <a:gd name="T86" fmla="*/ 295808 w 367030"/>
                <a:gd name="T87" fmla="*/ 320459 h 352425"/>
                <a:gd name="T88" fmla="*/ 321652 w 367030"/>
                <a:gd name="T89" fmla="*/ 297599 h 352425"/>
                <a:gd name="T90" fmla="*/ 349453 w 367030"/>
                <a:gd name="T91" fmla="*/ 255752 h 352425"/>
                <a:gd name="T92" fmla="*/ 364286 w 367030"/>
                <a:gd name="T93" fmla="*/ 210362 h 352425"/>
                <a:gd name="T94" fmla="*/ 364401 w 367030"/>
                <a:gd name="T95" fmla="*/ 209804 h 352425"/>
                <a:gd name="T96" fmla="*/ 366979 w 367030"/>
                <a:gd name="T97" fmla="*/ 163182 h 352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8BC06524-DEB8-8B11-091C-8AD8FD645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41" y="6311874"/>
              <a:ext cx="367030" cy="353060"/>
            </a:xfrm>
            <a:custGeom>
              <a:avLst/>
              <a:gdLst>
                <a:gd name="T0" fmla="*/ 168363 w 367030"/>
                <a:gd name="T1" fmla="*/ 25158 h 353059"/>
                <a:gd name="T2" fmla="*/ 161378 w 367030"/>
                <a:gd name="T3" fmla="*/ 2730 h 353059"/>
                <a:gd name="T4" fmla="*/ 134886 w 367030"/>
                <a:gd name="T5" fmla="*/ 0 h 353059"/>
                <a:gd name="T6" fmla="*/ 108254 w 367030"/>
                <a:gd name="T7" fmla="*/ 8674 h 353059"/>
                <a:gd name="T8" fmla="*/ 74193 w 367030"/>
                <a:gd name="T9" fmla="*/ 28587 h 353059"/>
                <a:gd name="T10" fmla="*/ 45262 w 367030"/>
                <a:gd name="T11" fmla="*/ 55422 h 353059"/>
                <a:gd name="T12" fmla="*/ 17322 w 367030"/>
                <a:gd name="T13" fmla="*/ 97561 h 353059"/>
                <a:gd name="T14" fmla="*/ 2590 w 367030"/>
                <a:gd name="T15" fmla="*/ 142938 h 353059"/>
                <a:gd name="T16" fmla="*/ 0 w 367030"/>
                <a:gd name="T17" fmla="*/ 189915 h 353059"/>
                <a:gd name="T18" fmla="*/ 9169 w 367030"/>
                <a:gd name="T19" fmla="*/ 235178 h 353059"/>
                <a:gd name="T20" fmla="*/ 30441 w 367030"/>
                <a:gd name="T21" fmla="*/ 278803 h 353059"/>
                <a:gd name="T22" fmla="*/ 62420 w 367030"/>
                <a:gd name="T23" fmla="*/ 314960 h 353059"/>
                <a:gd name="T24" fmla="*/ 70383 w 367030"/>
                <a:gd name="T25" fmla="*/ 320509 h 353059"/>
                <a:gd name="T26" fmla="*/ 49034 w 367030"/>
                <a:gd name="T27" fmla="*/ 288658 h 353059"/>
                <a:gd name="T28" fmla="*/ 43535 w 367030"/>
                <a:gd name="T29" fmla="*/ 247218 h 353059"/>
                <a:gd name="T30" fmla="*/ 52095 w 367030"/>
                <a:gd name="T31" fmla="*/ 204482 h 353059"/>
                <a:gd name="T32" fmla="*/ 72466 w 367030"/>
                <a:gd name="T33" fmla="*/ 168059 h 353059"/>
                <a:gd name="T34" fmla="*/ 136042 w 367030"/>
                <a:gd name="T35" fmla="*/ 92684 h 353059"/>
                <a:gd name="T36" fmla="*/ 136461 w 367030"/>
                <a:gd name="T37" fmla="*/ 92100 h 353059"/>
                <a:gd name="T38" fmla="*/ 136918 w 367030"/>
                <a:gd name="T39" fmla="*/ 91541 h 353059"/>
                <a:gd name="T40" fmla="*/ 158559 w 367030"/>
                <a:gd name="T41" fmla="*/ 57835 h 353059"/>
                <a:gd name="T42" fmla="*/ 168363 w 367030"/>
                <a:gd name="T43" fmla="*/ 25158 h 353059"/>
                <a:gd name="T44" fmla="*/ 366991 w 367030"/>
                <a:gd name="T45" fmla="*/ 163309 h 353059"/>
                <a:gd name="T46" fmla="*/ 357860 w 367030"/>
                <a:gd name="T47" fmla="*/ 118287 h 353059"/>
                <a:gd name="T48" fmla="*/ 336537 w 367030"/>
                <a:gd name="T49" fmla="*/ 74422 h 353059"/>
                <a:gd name="T50" fmla="*/ 303834 w 367030"/>
                <a:gd name="T51" fmla="*/ 37465 h 353059"/>
                <a:gd name="T52" fmla="*/ 296176 w 367030"/>
                <a:gd name="T53" fmla="*/ 31965 h 353059"/>
                <a:gd name="T54" fmla="*/ 317728 w 367030"/>
                <a:gd name="T55" fmla="*/ 64109 h 353059"/>
                <a:gd name="T56" fmla="*/ 323227 w 367030"/>
                <a:gd name="T57" fmla="*/ 105549 h 353059"/>
                <a:gd name="T58" fmla="*/ 314655 w 367030"/>
                <a:gd name="T59" fmla="*/ 148285 h 353059"/>
                <a:gd name="T60" fmla="*/ 294297 w 367030"/>
                <a:gd name="T61" fmla="*/ 184708 h 353059"/>
                <a:gd name="T62" fmla="*/ 230720 w 367030"/>
                <a:gd name="T63" fmla="*/ 260083 h 353059"/>
                <a:gd name="T64" fmla="*/ 230301 w 367030"/>
                <a:gd name="T65" fmla="*/ 260667 h 353059"/>
                <a:gd name="T66" fmla="*/ 229844 w 367030"/>
                <a:gd name="T67" fmla="*/ 261226 h 353059"/>
                <a:gd name="T68" fmla="*/ 208203 w 367030"/>
                <a:gd name="T69" fmla="*/ 294932 h 353059"/>
                <a:gd name="T70" fmla="*/ 198399 w 367030"/>
                <a:gd name="T71" fmla="*/ 327596 h 353059"/>
                <a:gd name="T72" fmla="*/ 205384 w 367030"/>
                <a:gd name="T73" fmla="*/ 350024 h 353059"/>
                <a:gd name="T74" fmla="*/ 232676 w 367030"/>
                <a:gd name="T75" fmla="*/ 352844 h 353059"/>
                <a:gd name="T76" fmla="*/ 237540 w 367030"/>
                <a:gd name="T77" fmla="*/ 351853 h 353059"/>
                <a:gd name="T78" fmla="*/ 285305 w 367030"/>
                <a:gd name="T79" fmla="*/ 329844 h 353059"/>
                <a:gd name="T80" fmla="*/ 317474 w 367030"/>
                <a:gd name="T81" fmla="*/ 301548 h 353059"/>
                <a:gd name="T82" fmla="*/ 348564 w 367030"/>
                <a:gd name="T83" fmla="*/ 257365 h 353059"/>
                <a:gd name="T84" fmla="*/ 364083 w 367030"/>
                <a:gd name="T85" fmla="*/ 211264 h 353059"/>
                <a:gd name="T86" fmla="*/ 364451 w 367030"/>
                <a:gd name="T87" fmla="*/ 209257 h 353059"/>
                <a:gd name="T88" fmla="*/ 366991 w 367030"/>
                <a:gd name="T89" fmla="*/ 163309 h 353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nl-BE"/>
            </a:p>
          </p:txBody>
        </p:sp>
      </p:grpSp>
      <p:pic>
        <p:nvPicPr>
          <p:cNvPr id="9" name="object 8">
            <a:extLst>
              <a:ext uri="{FF2B5EF4-FFF2-40B4-BE49-F238E27FC236}">
                <a16:creationId xmlns:a16="http://schemas.microsoft.com/office/drawing/2014/main" id="{8A5B4A6F-AEB0-D9B0-1E1A-C8B625344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99863" y="6338888"/>
            <a:ext cx="412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bject 9">
            <a:extLst>
              <a:ext uri="{FF2B5EF4-FFF2-40B4-BE49-F238E27FC236}">
                <a16:creationId xmlns:a16="http://schemas.microsoft.com/office/drawing/2014/main" id="{47E0151E-F087-E821-F272-2A6B2A69AA08}"/>
              </a:ext>
            </a:extLst>
          </p:cNvPr>
          <p:cNvSpPr>
            <a:spLocks/>
          </p:cNvSpPr>
          <p:nvPr/>
        </p:nvSpPr>
        <p:spPr bwMode="auto">
          <a:xfrm>
            <a:off x="1300163" y="1584325"/>
            <a:ext cx="5184775" cy="0"/>
          </a:xfrm>
          <a:custGeom>
            <a:avLst/>
            <a:gdLst>
              <a:gd name="T0" fmla="*/ 0 w 5184140"/>
              <a:gd name="T1" fmla="*/ 5184000 w 5184140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noFill/>
          <a:ln w="254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nl-BE"/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D3EA7ABA-B34C-914D-EDC5-497692A06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6380163"/>
            <a:ext cx="10826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290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68D4C21-4DE9-701D-034F-149754D7E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24DA2FB-2D42-3451-017F-5A6C2CD6E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2C84925-4620-3668-018F-B2A4B031C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A1EF4-E9D9-4363-8B98-DC9DE3CD28B2}" type="datetimeFigureOut">
              <a:rPr lang="nl-BE" smtClean="0"/>
              <a:t>08/07/2026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9798E42-8DE6-18E5-0A03-585931EF8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FDB563-9494-F6A4-B605-102ED30FF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C8DAE-CB07-4D95-8CD1-384C6732A92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9417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B538-179F-0A9F-FC0E-E87463B38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08E6-A215-ECF1-5287-A1F839EB1D93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65110"/>
            <a:ext cx="10515600" cy="1130300"/>
          </a:xfrm>
        </p:spPr>
        <p:txBody>
          <a:bodyPr>
            <a:normAutofit/>
          </a:bodyPr>
          <a:lstStyle>
            <a:lvl1pPr eaLnBrk="1" hangingPunct="1">
              <a:defRPr sz="2800" b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nl-BE" sz="25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nl-BE" sz="2500" b="1" dirty="0">
                <a:latin typeface="Arial" panose="020B0604020202020204" pitchFamily="34" charset="0"/>
                <a:cs typeface="Arial" panose="020B0604020202020204" pitchFamily="34" charset="0"/>
              </a:rPr>
              <a:t>Timeline SNOMED CT implementation roadmap</a:t>
            </a:r>
            <a:endParaRPr lang="nl-BE" altLang="nl-BE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Rechte verbindingslijn 2" descr="Tijdlijn">
            <a:extLst>
              <a:ext uri="{FF2B5EF4-FFF2-40B4-BE49-F238E27FC236}">
                <a16:creationId xmlns:a16="http://schemas.microsoft.com/office/drawing/2014/main" id="{B578F0DB-139B-28E5-3C5A-469483793398}"/>
              </a:ext>
            </a:extLst>
          </p:cNvPr>
          <p:cNvCxnSpPr>
            <a:cxnSpLocks/>
          </p:cNvCxnSpPr>
          <p:nvPr/>
        </p:nvCxnSpPr>
        <p:spPr>
          <a:xfrm flipH="1">
            <a:off x="1439819" y="5878330"/>
            <a:ext cx="10432744" cy="0"/>
          </a:xfrm>
          <a:prstGeom prst="line">
            <a:avLst/>
          </a:prstGeom>
          <a:noFill/>
          <a:ln w="1587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grpSp>
        <p:nvGrpSpPr>
          <p:cNvPr id="4" name="Groep 3" descr="Jaar 1">
            <a:extLst>
              <a:ext uri="{FF2B5EF4-FFF2-40B4-BE49-F238E27FC236}">
                <a16:creationId xmlns:a16="http://schemas.microsoft.com/office/drawing/2014/main" id="{C4BE28AC-9DD5-D692-B3B6-C3B597C522BD}"/>
              </a:ext>
            </a:extLst>
          </p:cNvPr>
          <p:cNvGrpSpPr/>
          <p:nvPr/>
        </p:nvGrpSpPr>
        <p:grpSpPr>
          <a:xfrm>
            <a:off x="1279565" y="5309949"/>
            <a:ext cx="2663932" cy="1049551"/>
            <a:chOff x="1056583" y="5778006"/>
            <a:chExt cx="2663932" cy="1049551"/>
          </a:xfrm>
        </p:grpSpPr>
        <p:sp>
          <p:nvSpPr>
            <p:cNvPr id="5" name="Ovaal 4">
              <a:extLst>
                <a:ext uri="{FF2B5EF4-FFF2-40B4-BE49-F238E27FC236}">
                  <a16:creationId xmlns:a16="http://schemas.microsoft.com/office/drawing/2014/main" id="{3EF76B60-4D14-21B7-2FD5-8B6754D94F12}"/>
                </a:ext>
              </a:extLst>
            </p:cNvPr>
            <p:cNvSpPr/>
            <p:nvPr/>
          </p:nvSpPr>
          <p:spPr>
            <a:xfrm>
              <a:off x="3004439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" name="Ovaal 5">
              <a:extLst>
                <a:ext uri="{FF2B5EF4-FFF2-40B4-BE49-F238E27FC236}">
                  <a16:creationId xmlns:a16="http://schemas.microsoft.com/office/drawing/2014/main" id="{0E4D6EE3-A07F-A219-1D38-369BD57C23F2}"/>
                </a:ext>
              </a:extLst>
            </p:cNvPr>
            <p:cNvSpPr/>
            <p:nvPr/>
          </p:nvSpPr>
          <p:spPr>
            <a:xfrm>
              <a:off x="2346810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" name="Ovaal 7">
              <a:extLst>
                <a:ext uri="{FF2B5EF4-FFF2-40B4-BE49-F238E27FC236}">
                  <a16:creationId xmlns:a16="http://schemas.microsoft.com/office/drawing/2014/main" id="{30EECABE-AABA-1888-1935-C15E75CCCEEF}"/>
                </a:ext>
              </a:extLst>
            </p:cNvPr>
            <p:cNvSpPr/>
            <p:nvPr/>
          </p:nvSpPr>
          <p:spPr>
            <a:xfrm>
              <a:off x="1702547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" name="Ovaal 9">
              <a:extLst>
                <a:ext uri="{FF2B5EF4-FFF2-40B4-BE49-F238E27FC236}">
                  <a16:creationId xmlns:a16="http://schemas.microsoft.com/office/drawing/2014/main" id="{C6B75C06-4DAB-1461-10B6-89962548D7C0}"/>
                </a:ext>
              </a:extLst>
            </p:cNvPr>
            <p:cNvSpPr/>
            <p:nvPr/>
          </p:nvSpPr>
          <p:spPr>
            <a:xfrm>
              <a:off x="1056583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11" name="Rechte verbindingslijn 10" title="K-lijnen">
              <a:extLst>
                <a:ext uri="{FF2B5EF4-FFF2-40B4-BE49-F238E27FC236}">
                  <a16:creationId xmlns:a16="http://schemas.microsoft.com/office/drawing/2014/main" id="{A322D7B3-FF04-AAE2-8894-9D197C112478}"/>
                </a:ext>
              </a:extLst>
            </p:cNvPr>
            <p:cNvCxnSpPr>
              <a:cxnSpLocks/>
            </p:cNvCxnSpPr>
            <p:nvPr/>
          </p:nvCxnSpPr>
          <p:spPr>
            <a:xfrm>
              <a:off x="2475056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12" name="Rechte verbindingslijn 11" title="K-lijnen">
              <a:extLst>
                <a:ext uri="{FF2B5EF4-FFF2-40B4-BE49-F238E27FC236}">
                  <a16:creationId xmlns:a16="http://schemas.microsoft.com/office/drawing/2014/main" id="{E851FCB7-C318-14E7-1BDB-8ABF016C9174}"/>
                </a:ext>
              </a:extLst>
            </p:cNvPr>
            <p:cNvCxnSpPr>
              <a:cxnSpLocks/>
            </p:cNvCxnSpPr>
            <p:nvPr/>
          </p:nvCxnSpPr>
          <p:spPr>
            <a:xfrm>
              <a:off x="3122338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B73B2899-C01B-A08F-321B-D87B220FF65A}"/>
                </a:ext>
              </a:extLst>
            </p:cNvPr>
            <p:cNvSpPr txBox="1"/>
            <p:nvPr/>
          </p:nvSpPr>
          <p:spPr>
            <a:xfrm>
              <a:off x="2200144" y="6591820"/>
              <a:ext cx="569010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>
                <a:defRPr/>
              </a:pPr>
              <a:r>
                <a:rPr lang="nl-NL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2026</a:t>
              </a:r>
            </a:p>
          </p:txBody>
        </p:sp>
        <p:cxnSp>
          <p:nvCxnSpPr>
            <p:cNvPr id="16" name="Rechte verbindingslijn 15" title="K-lijnen">
              <a:extLst>
                <a:ext uri="{FF2B5EF4-FFF2-40B4-BE49-F238E27FC236}">
                  <a16:creationId xmlns:a16="http://schemas.microsoft.com/office/drawing/2014/main" id="{65F7111A-D270-B8E5-0E38-7632F4B15150}"/>
                </a:ext>
              </a:extLst>
            </p:cNvPr>
            <p:cNvCxnSpPr>
              <a:cxnSpLocks/>
            </p:cNvCxnSpPr>
            <p:nvPr/>
          </p:nvCxnSpPr>
          <p:spPr>
            <a:xfrm>
              <a:off x="1827774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sp>
          <p:nvSpPr>
            <p:cNvPr id="17" name="Rechthoek: Afgeronde hoeken 1" title="Jaarbalk">
              <a:extLst>
                <a:ext uri="{FF2B5EF4-FFF2-40B4-BE49-F238E27FC236}">
                  <a16:creationId xmlns:a16="http://schemas.microsoft.com/office/drawing/2014/main" id="{9E3698CD-CE0F-E152-0040-21B18B3BBE7A}"/>
                </a:ext>
              </a:extLst>
            </p:cNvPr>
            <p:cNvSpPr/>
            <p:nvPr/>
          </p:nvSpPr>
          <p:spPr>
            <a:xfrm>
              <a:off x="1147186" y="6381273"/>
              <a:ext cx="2573329" cy="164859"/>
            </a:xfrm>
            <a:prstGeom prst="roundRect">
              <a:avLst>
                <a:gd name="adj" fmla="val 50000"/>
              </a:avLst>
            </a:prstGeom>
            <a:solidFill>
              <a:srgbClr val="3A81D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Tekstvak 17">
              <a:extLst>
                <a:ext uri="{FF2B5EF4-FFF2-40B4-BE49-F238E27FC236}">
                  <a16:creationId xmlns:a16="http://schemas.microsoft.com/office/drawing/2014/main" id="{2952A6CA-75D3-AB4F-E3DA-E287E9720C28}"/>
                </a:ext>
              </a:extLst>
            </p:cNvPr>
            <p:cNvSpPr txBox="1"/>
            <p:nvPr/>
          </p:nvSpPr>
          <p:spPr>
            <a:xfrm>
              <a:off x="10743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Q1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Tekstvak 18">
              <a:extLst>
                <a:ext uri="{FF2B5EF4-FFF2-40B4-BE49-F238E27FC236}">
                  <a16:creationId xmlns:a16="http://schemas.microsoft.com/office/drawing/2014/main" id="{9FF026E8-3F2C-7594-4635-D314CC80D07E}"/>
                </a:ext>
              </a:extLst>
            </p:cNvPr>
            <p:cNvSpPr txBox="1"/>
            <p:nvPr/>
          </p:nvSpPr>
          <p:spPr>
            <a:xfrm>
              <a:off x="17218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Q2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" name="Tekstvak 19">
              <a:extLst>
                <a:ext uri="{FF2B5EF4-FFF2-40B4-BE49-F238E27FC236}">
                  <a16:creationId xmlns:a16="http://schemas.microsoft.com/office/drawing/2014/main" id="{D606C4E7-EED0-0455-8033-B14837A825AC}"/>
                </a:ext>
              </a:extLst>
            </p:cNvPr>
            <p:cNvSpPr txBox="1"/>
            <p:nvPr/>
          </p:nvSpPr>
          <p:spPr>
            <a:xfrm>
              <a:off x="23692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Q3</a:t>
              </a:r>
              <a:endParaRPr lang="nl-NL" sz="1000">
                <a:solidFill>
                  <a:srgbClr val="FFFF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" name="Tekstvak 20">
              <a:extLst>
                <a:ext uri="{FF2B5EF4-FFF2-40B4-BE49-F238E27FC236}">
                  <a16:creationId xmlns:a16="http://schemas.microsoft.com/office/drawing/2014/main" id="{C2F50592-5506-86CE-0AB0-FD9F472453FF}"/>
                </a:ext>
              </a:extLst>
            </p:cNvPr>
            <p:cNvSpPr txBox="1"/>
            <p:nvPr/>
          </p:nvSpPr>
          <p:spPr>
            <a:xfrm>
              <a:off x="30167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Q4</a:t>
              </a:r>
              <a:endParaRPr lang="nl-NL" sz="1000">
                <a:solidFill>
                  <a:srgbClr val="FFFF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22" name="Rechte verbindingslijn 21" title="K-lijnen">
              <a:extLst>
                <a:ext uri="{FF2B5EF4-FFF2-40B4-BE49-F238E27FC236}">
                  <a16:creationId xmlns:a16="http://schemas.microsoft.com/office/drawing/2014/main" id="{CD823920-561D-9EB9-7621-9C8A46CD47EB}"/>
                </a:ext>
              </a:extLst>
            </p:cNvPr>
            <p:cNvCxnSpPr>
              <a:cxnSpLocks/>
            </p:cNvCxnSpPr>
            <p:nvPr/>
          </p:nvCxnSpPr>
          <p:spPr>
            <a:xfrm>
              <a:off x="1180492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</p:grpSp>
      <p:cxnSp>
        <p:nvCxnSpPr>
          <p:cNvPr id="23" name="Rechte verbindingslijn 22" title="Bijschrift regels">
            <a:extLst>
              <a:ext uri="{FF2B5EF4-FFF2-40B4-BE49-F238E27FC236}">
                <a16:creationId xmlns:a16="http://schemas.microsoft.com/office/drawing/2014/main" id="{381C7B7C-3E0C-A58D-5F9F-0E6BF6749DB3}"/>
              </a:ext>
            </a:extLst>
          </p:cNvPr>
          <p:cNvCxnSpPr>
            <a:cxnSpLocks/>
          </p:cNvCxnSpPr>
          <p:nvPr/>
        </p:nvCxnSpPr>
        <p:spPr>
          <a:xfrm>
            <a:off x="2698487" y="5244823"/>
            <a:ext cx="0" cy="209467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none" w="sm" len="sm"/>
            <a:tailEnd type="none" w="sm" len="sm"/>
          </a:ln>
          <a:effectLst/>
        </p:spPr>
      </p:cxnSp>
      <p:grpSp>
        <p:nvGrpSpPr>
          <p:cNvPr id="24" name="Groep 23" title="Mijlpaal">
            <a:extLst>
              <a:ext uri="{FF2B5EF4-FFF2-40B4-BE49-F238E27FC236}">
                <a16:creationId xmlns:a16="http://schemas.microsoft.com/office/drawing/2014/main" id="{249C300F-E963-3E1F-2E10-25E238FEE000}"/>
              </a:ext>
            </a:extLst>
          </p:cNvPr>
          <p:cNvGrpSpPr/>
          <p:nvPr/>
        </p:nvGrpSpPr>
        <p:grpSpPr>
          <a:xfrm>
            <a:off x="1661767" y="4700262"/>
            <a:ext cx="1750543" cy="596683"/>
            <a:chOff x="446364" y="4389399"/>
            <a:chExt cx="1750543" cy="596683"/>
          </a:xfrm>
        </p:grpSpPr>
        <p:sp>
          <p:nvSpPr>
            <p:cNvPr id="25" name="Tekstvak 24">
              <a:extLst>
                <a:ext uri="{FF2B5EF4-FFF2-40B4-BE49-F238E27FC236}">
                  <a16:creationId xmlns:a16="http://schemas.microsoft.com/office/drawing/2014/main" id="{545F6A9C-5744-C648-D80B-1BB6A9BA198D}"/>
                </a:ext>
              </a:extLst>
            </p:cNvPr>
            <p:cNvSpPr txBox="1"/>
            <p:nvPr/>
          </p:nvSpPr>
          <p:spPr>
            <a:xfrm>
              <a:off x="1071214" y="4389399"/>
              <a:ext cx="112569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 rtl="0">
                <a:defRPr/>
              </a:pPr>
              <a:r>
                <a:rPr lang="nl-NL" sz="1000" dirty="0" err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eHR</a:t>
              </a:r>
              <a:r>
                <a:rPr lang="nl-NL" sz="1000" dirty="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lang="nl-NL" sz="1000" dirty="0" err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requirements</a:t>
              </a:r>
              <a:endParaRPr lang="nl-NL" sz="1000" dirty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algn="l" rtl="0">
                <a:defRPr/>
              </a:pPr>
              <a:r>
                <a:rPr lang="nl-NL" sz="1000" dirty="0" err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published</a:t>
              </a:r>
              <a:endParaRPr lang="nl-NL" sz="1000" dirty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6" name="Rechthoek: Afgeronde hoeken 112" title="Afbeelding mijlpaal">
              <a:extLst>
                <a:ext uri="{FF2B5EF4-FFF2-40B4-BE49-F238E27FC236}">
                  <a16:creationId xmlns:a16="http://schemas.microsoft.com/office/drawing/2014/main" id="{24AFA274-FD37-F9E7-BA26-1F7BF58383C2}"/>
                </a:ext>
              </a:extLst>
            </p:cNvPr>
            <p:cNvSpPr/>
            <p:nvPr/>
          </p:nvSpPr>
          <p:spPr>
            <a:xfrm>
              <a:off x="1063123" y="4733365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rgbClr val="3A81D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 dirty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7" name="Afbeelding 5" title="Vlag mijlpaal">
              <a:extLst>
                <a:ext uri="{FF2B5EF4-FFF2-40B4-BE49-F238E27FC236}">
                  <a16:creationId xmlns:a16="http://schemas.microsoft.com/office/drawing/2014/main" id="{7E805FA3-E57F-230B-EE7C-A15A9D805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3525" t="18748" r="17129" b="44918"/>
            <a:stretch/>
          </p:blipFill>
          <p:spPr>
            <a:xfrm flipH="1">
              <a:off x="446364" y="4563699"/>
              <a:ext cx="573660" cy="422383"/>
            </a:xfrm>
            <a:prstGeom prst="rect">
              <a:avLst/>
            </a:prstGeom>
          </p:spPr>
        </p:pic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23B6247E-4741-570F-0384-1577EABA3903}"/>
                </a:ext>
              </a:extLst>
            </p:cNvPr>
            <p:cNvSpPr/>
            <p:nvPr/>
          </p:nvSpPr>
          <p:spPr>
            <a:xfrm>
              <a:off x="722253" y="4664056"/>
              <a:ext cx="269626" cy="276999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>
                <a:defRPr/>
              </a:pPr>
              <a:r>
                <a:rPr lang="nl-NL" sz="1200" dirty="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</a:t>
              </a:r>
            </a:p>
          </p:txBody>
        </p:sp>
      </p:grpSp>
      <p:grpSp>
        <p:nvGrpSpPr>
          <p:cNvPr id="29" name="Groep 28" descr="Jaar 2">
            <a:extLst>
              <a:ext uri="{FF2B5EF4-FFF2-40B4-BE49-F238E27FC236}">
                <a16:creationId xmlns:a16="http://schemas.microsoft.com/office/drawing/2014/main" id="{2E9D7C02-F24E-4CC8-F833-0B92ED0DA92A}"/>
              </a:ext>
            </a:extLst>
          </p:cNvPr>
          <p:cNvGrpSpPr/>
          <p:nvPr/>
        </p:nvGrpSpPr>
        <p:grpSpPr>
          <a:xfrm>
            <a:off x="3865949" y="5318581"/>
            <a:ext cx="2681441" cy="1042907"/>
            <a:chOff x="3642967" y="5778006"/>
            <a:chExt cx="2681441" cy="1042907"/>
          </a:xfrm>
        </p:grpSpPr>
        <p:sp>
          <p:nvSpPr>
            <p:cNvPr id="30" name="Ovaal 29">
              <a:extLst>
                <a:ext uri="{FF2B5EF4-FFF2-40B4-BE49-F238E27FC236}">
                  <a16:creationId xmlns:a16="http://schemas.microsoft.com/office/drawing/2014/main" id="{9327D2CA-DB6D-2753-9BC4-1623655B46DD}"/>
                </a:ext>
              </a:extLst>
            </p:cNvPr>
            <p:cNvSpPr/>
            <p:nvPr/>
          </p:nvSpPr>
          <p:spPr>
            <a:xfrm>
              <a:off x="5585704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E7697829-891B-BA75-02A0-C9B1F1FB0E41}"/>
                </a:ext>
              </a:extLst>
            </p:cNvPr>
            <p:cNvSpPr/>
            <p:nvPr/>
          </p:nvSpPr>
          <p:spPr>
            <a:xfrm>
              <a:off x="4936679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DB19ADF1-1D11-62D4-AFB5-38EAC5FD14DF}"/>
                </a:ext>
              </a:extLst>
            </p:cNvPr>
            <p:cNvSpPr/>
            <p:nvPr/>
          </p:nvSpPr>
          <p:spPr>
            <a:xfrm>
              <a:off x="4300157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3" name="Ovaal 32">
              <a:extLst>
                <a:ext uri="{FF2B5EF4-FFF2-40B4-BE49-F238E27FC236}">
                  <a16:creationId xmlns:a16="http://schemas.microsoft.com/office/drawing/2014/main" id="{B7B5415B-91CA-9D2A-0690-8CAA6CF65B0B}"/>
                </a:ext>
              </a:extLst>
            </p:cNvPr>
            <p:cNvSpPr/>
            <p:nvPr/>
          </p:nvSpPr>
          <p:spPr>
            <a:xfrm>
              <a:off x="3642967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34" name="Rechte verbindingslijn 33" title="K-lijnen">
              <a:extLst>
                <a:ext uri="{FF2B5EF4-FFF2-40B4-BE49-F238E27FC236}">
                  <a16:creationId xmlns:a16="http://schemas.microsoft.com/office/drawing/2014/main" id="{99B71FBD-DDCC-6FFA-9248-5DF76819CDAA}"/>
                </a:ext>
              </a:extLst>
            </p:cNvPr>
            <p:cNvCxnSpPr>
              <a:cxnSpLocks/>
            </p:cNvCxnSpPr>
            <p:nvPr/>
          </p:nvCxnSpPr>
          <p:spPr>
            <a:xfrm>
              <a:off x="4416902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35" name="Rechte verbindingslijn 34" title="K-lijnen">
              <a:extLst>
                <a:ext uri="{FF2B5EF4-FFF2-40B4-BE49-F238E27FC236}">
                  <a16:creationId xmlns:a16="http://schemas.microsoft.com/office/drawing/2014/main" id="{97635C95-8888-7030-352B-224409572B5A}"/>
                </a:ext>
              </a:extLst>
            </p:cNvPr>
            <p:cNvCxnSpPr>
              <a:cxnSpLocks/>
            </p:cNvCxnSpPr>
            <p:nvPr/>
          </p:nvCxnSpPr>
          <p:spPr>
            <a:xfrm>
              <a:off x="5064184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36" name="Rechte verbindingslijn 35" title="K-lijnen">
              <a:extLst>
                <a:ext uri="{FF2B5EF4-FFF2-40B4-BE49-F238E27FC236}">
                  <a16:creationId xmlns:a16="http://schemas.microsoft.com/office/drawing/2014/main" id="{590B6541-2D11-73FA-4CCA-82658E7A381C}"/>
                </a:ext>
              </a:extLst>
            </p:cNvPr>
            <p:cNvCxnSpPr>
              <a:cxnSpLocks/>
            </p:cNvCxnSpPr>
            <p:nvPr/>
          </p:nvCxnSpPr>
          <p:spPr>
            <a:xfrm>
              <a:off x="5711466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sp>
          <p:nvSpPr>
            <p:cNvPr id="37" name="Tekstvak 36">
              <a:extLst>
                <a:ext uri="{FF2B5EF4-FFF2-40B4-BE49-F238E27FC236}">
                  <a16:creationId xmlns:a16="http://schemas.microsoft.com/office/drawing/2014/main" id="{B5ECA20F-3962-6FAC-7743-2EACD7970DE5}"/>
                </a:ext>
              </a:extLst>
            </p:cNvPr>
            <p:cNvSpPr txBox="1"/>
            <p:nvPr/>
          </p:nvSpPr>
          <p:spPr>
            <a:xfrm>
              <a:off x="4788185" y="6585176"/>
              <a:ext cx="569010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>
                <a:defRPr/>
              </a:pPr>
              <a:r>
                <a:rPr lang="nl-NL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2027</a:t>
              </a:r>
            </a:p>
          </p:txBody>
        </p:sp>
        <p:sp>
          <p:nvSpPr>
            <p:cNvPr id="38" name="Rechthoek: Afgeronde hoeken 188" title="Jaarbalk">
              <a:extLst>
                <a:ext uri="{FF2B5EF4-FFF2-40B4-BE49-F238E27FC236}">
                  <a16:creationId xmlns:a16="http://schemas.microsoft.com/office/drawing/2014/main" id="{09E6AB40-C9AF-FD03-C534-6C1774003703}"/>
                </a:ext>
              </a:extLst>
            </p:cNvPr>
            <p:cNvSpPr/>
            <p:nvPr/>
          </p:nvSpPr>
          <p:spPr>
            <a:xfrm>
              <a:off x="3751079" y="6381864"/>
              <a:ext cx="2573329" cy="164859"/>
            </a:xfrm>
            <a:prstGeom prst="roundRect">
              <a:avLst>
                <a:gd name="adj" fmla="val 50000"/>
              </a:avLst>
            </a:prstGeom>
            <a:solidFill>
              <a:srgbClr val="2B518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9" name="Tekstvak 38">
              <a:extLst>
                <a:ext uri="{FF2B5EF4-FFF2-40B4-BE49-F238E27FC236}">
                  <a16:creationId xmlns:a16="http://schemas.microsoft.com/office/drawing/2014/main" id="{101BF2E1-3313-9864-26DF-2A566ABD0B50}"/>
                </a:ext>
              </a:extLst>
            </p:cNvPr>
            <p:cNvSpPr txBox="1"/>
            <p:nvPr/>
          </p:nvSpPr>
          <p:spPr>
            <a:xfrm>
              <a:off x="36641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Q1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0" name="Tekstvak 39">
              <a:extLst>
                <a:ext uri="{FF2B5EF4-FFF2-40B4-BE49-F238E27FC236}">
                  <a16:creationId xmlns:a16="http://schemas.microsoft.com/office/drawing/2014/main" id="{6A2B4217-E10C-32C9-1ACB-09067FB27459}"/>
                </a:ext>
              </a:extLst>
            </p:cNvPr>
            <p:cNvSpPr txBox="1"/>
            <p:nvPr/>
          </p:nvSpPr>
          <p:spPr>
            <a:xfrm>
              <a:off x="43116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Q2</a:t>
              </a:r>
              <a:endParaRPr lang="nl-NL" sz="1000">
                <a:solidFill>
                  <a:srgbClr val="FFFF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1" name="Tekstvak 40">
              <a:extLst>
                <a:ext uri="{FF2B5EF4-FFF2-40B4-BE49-F238E27FC236}">
                  <a16:creationId xmlns:a16="http://schemas.microsoft.com/office/drawing/2014/main" id="{B2E85EFB-065F-2520-C3A2-A674582C64C1}"/>
                </a:ext>
              </a:extLst>
            </p:cNvPr>
            <p:cNvSpPr txBox="1"/>
            <p:nvPr/>
          </p:nvSpPr>
          <p:spPr>
            <a:xfrm>
              <a:off x="49590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Q3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2" name="Tekstvak 41">
              <a:extLst>
                <a:ext uri="{FF2B5EF4-FFF2-40B4-BE49-F238E27FC236}">
                  <a16:creationId xmlns:a16="http://schemas.microsoft.com/office/drawing/2014/main" id="{B51D75FE-EE85-EE0A-4574-10A31FC529D9}"/>
                </a:ext>
              </a:extLst>
            </p:cNvPr>
            <p:cNvSpPr txBox="1"/>
            <p:nvPr/>
          </p:nvSpPr>
          <p:spPr>
            <a:xfrm>
              <a:off x="56065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Q4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43" name="Rechte verbindingslijn 42" title="K-lijnen">
              <a:extLst>
                <a:ext uri="{FF2B5EF4-FFF2-40B4-BE49-F238E27FC236}">
                  <a16:creationId xmlns:a16="http://schemas.microsoft.com/office/drawing/2014/main" id="{EC1FCAE9-8D95-4AD9-1BC0-3C8D7A539833}"/>
                </a:ext>
              </a:extLst>
            </p:cNvPr>
            <p:cNvCxnSpPr>
              <a:cxnSpLocks/>
            </p:cNvCxnSpPr>
            <p:nvPr/>
          </p:nvCxnSpPr>
          <p:spPr>
            <a:xfrm>
              <a:off x="3769620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</p:grpSp>
      <p:cxnSp>
        <p:nvCxnSpPr>
          <p:cNvPr id="44" name="Rechte verbindingslijn 43" title="Bijschrift regels">
            <a:extLst>
              <a:ext uri="{FF2B5EF4-FFF2-40B4-BE49-F238E27FC236}">
                <a16:creationId xmlns:a16="http://schemas.microsoft.com/office/drawing/2014/main" id="{B66FE4D4-307E-9F76-ED71-0DB84540B372}"/>
              </a:ext>
            </a:extLst>
          </p:cNvPr>
          <p:cNvCxnSpPr>
            <a:cxnSpLocks/>
          </p:cNvCxnSpPr>
          <p:nvPr/>
        </p:nvCxnSpPr>
        <p:spPr>
          <a:xfrm>
            <a:off x="3344357" y="4216400"/>
            <a:ext cx="0" cy="123789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none" w="sm" len="sm"/>
            <a:tailEnd type="none" w="sm" len="sm"/>
          </a:ln>
          <a:effectLst/>
        </p:spPr>
      </p:cxnSp>
      <p:grpSp>
        <p:nvGrpSpPr>
          <p:cNvPr id="45" name="Groep 44" title="Mijlpaal">
            <a:extLst>
              <a:ext uri="{FF2B5EF4-FFF2-40B4-BE49-F238E27FC236}">
                <a16:creationId xmlns:a16="http://schemas.microsoft.com/office/drawing/2014/main" id="{DF8AB589-92BE-0900-CA75-6D23208C448A}"/>
              </a:ext>
            </a:extLst>
          </p:cNvPr>
          <p:cNvGrpSpPr/>
          <p:nvPr/>
        </p:nvGrpSpPr>
        <p:grpSpPr>
          <a:xfrm>
            <a:off x="2385906" y="3288272"/>
            <a:ext cx="1921940" cy="914763"/>
            <a:chOff x="3047824" y="3575569"/>
            <a:chExt cx="1921940" cy="914763"/>
          </a:xfrm>
        </p:grpSpPr>
        <p:grpSp>
          <p:nvGrpSpPr>
            <p:cNvPr id="46" name="Groep 45" title="Mijlpaaltekst">
              <a:extLst>
                <a:ext uri="{FF2B5EF4-FFF2-40B4-BE49-F238E27FC236}">
                  <a16:creationId xmlns:a16="http://schemas.microsoft.com/office/drawing/2014/main" id="{CFC6F32A-7C31-DBF8-4639-234FA5A73D89}"/>
                </a:ext>
              </a:extLst>
            </p:cNvPr>
            <p:cNvGrpSpPr/>
            <p:nvPr/>
          </p:nvGrpSpPr>
          <p:grpSpPr>
            <a:xfrm>
              <a:off x="3674982" y="3648568"/>
              <a:ext cx="1294782" cy="727511"/>
              <a:chOff x="2110555" y="2162177"/>
              <a:chExt cx="1294782" cy="727511"/>
            </a:xfrm>
          </p:grpSpPr>
          <p:sp>
            <p:nvSpPr>
              <p:cNvPr id="50" name="Tekstvak 49">
                <a:extLst>
                  <a:ext uri="{FF2B5EF4-FFF2-40B4-BE49-F238E27FC236}">
                    <a16:creationId xmlns:a16="http://schemas.microsoft.com/office/drawing/2014/main" id="{25A77CBB-8091-A490-CBE6-980F0776AA22}"/>
                  </a:ext>
                </a:extLst>
              </p:cNvPr>
              <p:cNvSpPr txBox="1"/>
              <p:nvPr/>
            </p:nvSpPr>
            <p:spPr>
              <a:xfrm>
                <a:off x="2110555" y="2162177"/>
                <a:ext cx="12947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 dirty="0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Term server</a:t>
                </a:r>
              </a:p>
            </p:txBody>
          </p:sp>
          <p:sp>
            <p:nvSpPr>
              <p:cNvPr id="51" name="Tekstvak 50">
                <a:extLst>
                  <a:ext uri="{FF2B5EF4-FFF2-40B4-BE49-F238E27FC236}">
                    <a16:creationId xmlns:a16="http://schemas.microsoft.com/office/drawing/2014/main" id="{A2C702BD-5D0E-9C7E-D202-BE5041147B4A}"/>
                  </a:ext>
                </a:extLst>
              </p:cNvPr>
              <p:cNvSpPr txBox="1"/>
              <p:nvPr/>
            </p:nvSpPr>
            <p:spPr>
              <a:xfrm>
                <a:off x="2110555" y="2470633"/>
                <a:ext cx="129478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 sz="1000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Local</a:t>
                </a:r>
                <a:r>
                  <a:rPr lang="nl-NL" sz="1000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TS </a:t>
                </a:r>
                <a:r>
                  <a:rPr lang="nl-NL" sz="1000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installed</a:t>
                </a:r>
                <a:endParaRPr lang="nl-NL" sz="100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2" name="Tekstvak 51">
                <a:extLst>
                  <a:ext uri="{FF2B5EF4-FFF2-40B4-BE49-F238E27FC236}">
                    <a16:creationId xmlns:a16="http://schemas.microsoft.com/office/drawing/2014/main" id="{BCEBA951-5E86-2C4D-2976-557D74268B41}"/>
                  </a:ext>
                </a:extLst>
              </p:cNvPr>
              <p:cNvSpPr txBox="1"/>
              <p:nvPr/>
            </p:nvSpPr>
            <p:spPr>
              <a:xfrm>
                <a:off x="2110556" y="2653951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 rtl="0">
                  <a:defRPr/>
                </a:pPr>
                <a:r>
                  <a:rPr lang="nl-NL" sz="1000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Connection NTS OK</a:t>
                </a:r>
              </a:p>
            </p:txBody>
          </p:sp>
        </p:grpSp>
        <p:sp>
          <p:nvSpPr>
            <p:cNvPr id="47" name="Rechthoek: Afgeronde hoeken 138" title="Afbeelding mijlpaal">
              <a:extLst>
                <a:ext uri="{FF2B5EF4-FFF2-40B4-BE49-F238E27FC236}">
                  <a16:creationId xmlns:a16="http://schemas.microsoft.com/office/drawing/2014/main" id="{8782FAD3-C171-BC86-1C47-4EDD86CE8E9F}"/>
                </a:ext>
              </a:extLst>
            </p:cNvPr>
            <p:cNvSpPr/>
            <p:nvPr/>
          </p:nvSpPr>
          <p:spPr>
            <a:xfrm>
              <a:off x="3672866" y="4339211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rgbClr val="3A81D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 dirty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48" name="Afbeelding 145" title="Vlag mijlpaal">
              <a:extLst>
                <a:ext uri="{FF2B5EF4-FFF2-40B4-BE49-F238E27FC236}">
                  <a16:creationId xmlns:a16="http://schemas.microsoft.com/office/drawing/2014/main" id="{131340A7-FA39-2AD2-DD2A-2716F10FBB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3525" t="18748" r="17129" b="44918"/>
            <a:stretch/>
          </p:blipFill>
          <p:spPr>
            <a:xfrm flipH="1">
              <a:off x="3047824" y="3575569"/>
              <a:ext cx="573660" cy="422383"/>
            </a:xfrm>
            <a:prstGeom prst="rect">
              <a:avLst/>
            </a:prstGeom>
          </p:spPr>
        </p:pic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C0362936-A263-CAA2-C2B0-828E2F4CD079}"/>
                </a:ext>
              </a:extLst>
            </p:cNvPr>
            <p:cNvSpPr/>
            <p:nvPr/>
          </p:nvSpPr>
          <p:spPr>
            <a:xfrm>
              <a:off x="3323713" y="3667905"/>
              <a:ext cx="269626" cy="276999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>
                <a:defRPr/>
              </a:pPr>
              <a:r>
                <a:rPr lang="nl-NL" sz="1200" dirty="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53" name="Groep 52" descr="Jaar 3&#10;">
            <a:extLst>
              <a:ext uri="{FF2B5EF4-FFF2-40B4-BE49-F238E27FC236}">
                <a16:creationId xmlns:a16="http://schemas.microsoft.com/office/drawing/2014/main" id="{B77B3BF1-05E8-C020-B076-BC8186F6CE13}"/>
              </a:ext>
            </a:extLst>
          </p:cNvPr>
          <p:cNvGrpSpPr/>
          <p:nvPr/>
        </p:nvGrpSpPr>
        <p:grpSpPr>
          <a:xfrm>
            <a:off x="6454538" y="5318581"/>
            <a:ext cx="2696746" cy="1042907"/>
            <a:chOff x="6231556" y="5778006"/>
            <a:chExt cx="2696746" cy="1042907"/>
          </a:xfrm>
        </p:grpSpPr>
        <p:sp>
          <p:nvSpPr>
            <p:cNvPr id="54" name="Ovaal 53">
              <a:extLst>
                <a:ext uri="{FF2B5EF4-FFF2-40B4-BE49-F238E27FC236}">
                  <a16:creationId xmlns:a16="http://schemas.microsoft.com/office/drawing/2014/main" id="{3F63CB23-9331-BDE2-B7B7-D575A6623A10}"/>
                </a:ext>
              </a:extLst>
            </p:cNvPr>
            <p:cNvSpPr/>
            <p:nvPr/>
          </p:nvSpPr>
          <p:spPr>
            <a:xfrm>
              <a:off x="8186738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5" name="Ovaal 54">
              <a:extLst>
                <a:ext uri="{FF2B5EF4-FFF2-40B4-BE49-F238E27FC236}">
                  <a16:creationId xmlns:a16="http://schemas.microsoft.com/office/drawing/2014/main" id="{B0B39FDE-51D3-3B68-9FAF-2A4D6370AEB5}"/>
                </a:ext>
              </a:extLst>
            </p:cNvPr>
            <p:cNvSpPr/>
            <p:nvPr/>
          </p:nvSpPr>
          <p:spPr>
            <a:xfrm>
              <a:off x="7533921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6" name="Ovaal 55">
              <a:extLst>
                <a:ext uri="{FF2B5EF4-FFF2-40B4-BE49-F238E27FC236}">
                  <a16:creationId xmlns:a16="http://schemas.microsoft.com/office/drawing/2014/main" id="{16E8F340-29FF-FEC6-04E6-502A19F56B0F}"/>
                </a:ext>
              </a:extLst>
            </p:cNvPr>
            <p:cNvSpPr/>
            <p:nvPr/>
          </p:nvSpPr>
          <p:spPr>
            <a:xfrm>
              <a:off x="6882642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7B8127D4-B3EC-F28D-A3BC-FEF5DC66FAE5}"/>
                </a:ext>
              </a:extLst>
            </p:cNvPr>
            <p:cNvSpPr/>
            <p:nvPr/>
          </p:nvSpPr>
          <p:spPr>
            <a:xfrm>
              <a:off x="6231556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58" name="Rechte verbindingslijn 57" title="K-lijnen">
              <a:extLst>
                <a:ext uri="{FF2B5EF4-FFF2-40B4-BE49-F238E27FC236}">
                  <a16:creationId xmlns:a16="http://schemas.microsoft.com/office/drawing/2014/main" id="{09B2BBDF-C712-21F5-666F-67167C4FD3AD}"/>
                </a:ext>
              </a:extLst>
            </p:cNvPr>
            <p:cNvCxnSpPr>
              <a:cxnSpLocks/>
            </p:cNvCxnSpPr>
            <p:nvPr/>
          </p:nvCxnSpPr>
          <p:spPr>
            <a:xfrm>
              <a:off x="8300594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sp>
          <p:nvSpPr>
            <p:cNvPr id="59" name="Tekstvak 58">
              <a:extLst>
                <a:ext uri="{FF2B5EF4-FFF2-40B4-BE49-F238E27FC236}">
                  <a16:creationId xmlns:a16="http://schemas.microsoft.com/office/drawing/2014/main" id="{408C78A2-94A6-01F9-864E-AEDD8E5C6894}"/>
                </a:ext>
              </a:extLst>
            </p:cNvPr>
            <p:cNvSpPr txBox="1"/>
            <p:nvPr/>
          </p:nvSpPr>
          <p:spPr>
            <a:xfrm>
              <a:off x="7382221" y="6585176"/>
              <a:ext cx="569010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>
                <a:defRPr/>
              </a:pPr>
              <a:r>
                <a:rPr lang="nl-NL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2028</a:t>
              </a:r>
            </a:p>
          </p:txBody>
        </p:sp>
        <p:cxnSp>
          <p:nvCxnSpPr>
            <p:cNvPr id="60" name="Rechte verbindingslijn 59" title="K-lijnen">
              <a:extLst>
                <a:ext uri="{FF2B5EF4-FFF2-40B4-BE49-F238E27FC236}">
                  <a16:creationId xmlns:a16="http://schemas.microsoft.com/office/drawing/2014/main" id="{8480CDD5-FA96-B2EC-88D5-77A1D2BF545F}"/>
                </a:ext>
              </a:extLst>
            </p:cNvPr>
            <p:cNvCxnSpPr>
              <a:cxnSpLocks/>
            </p:cNvCxnSpPr>
            <p:nvPr/>
          </p:nvCxnSpPr>
          <p:spPr>
            <a:xfrm>
              <a:off x="7006030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sp>
          <p:nvSpPr>
            <p:cNvPr id="61" name="Rechthoek: Afgeronde hoeken 189" title="Jaarbalk">
              <a:extLst>
                <a:ext uri="{FF2B5EF4-FFF2-40B4-BE49-F238E27FC236}">
                  <a16:creationId xmlns:a16="http://schemas.microsoft.com/office/drawing/2014/main" id="{23337032-1A2E-B866-AA76-4E9E5EEC0F0F}"/>
                </a:ext>
              </a:extLst>
            </p:cNvPr>
            <p:cNvSpPr/>
            <p:nvPr/>
          </p:nvSpPr>
          <p:spPr>
            <a:xfrm>
              <a:off x="6354973" y="6375207"/>
              <a:ext cx="2573329" cy="164859"/>
            </a:xfrm>
            <a:prstGeom prst="roundRect">
              <a:avLst>
                <a:gd name="adj" fmla="val 50000"/>
              </a:avLst>
            </a:prstGeom>
            <a:solidFill>
              <a:srgbClr val="CF2D8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2" name="Tekstvak 61">
              <a:extLst>
                <a:ext uri="{FF2B5EF4-FFF2-40B4-BE49-F238E27FC236}">
                  <a16:creationId xmlns:a16="http://schemas.microsoft.com/office/drawing/2014/main" id="{328E42B9-57B2-51C5-FE1D-4BA5072994C7}"/>
                </a:ext>
              </a:extLst>
            </p:cNvPr>
            <p:cNvSpPr txBox="1"/>
            <p:nvPr/>
          </p:nvSpPr>
          <p:spPr>
            <a:xfrm>
              <a:off x="62539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Q1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3" name="Tekstvak 62">
              <a:extLst>
                <a:ext uri="{FF2B5EF4-FFF2-40B4-BE49-F238E27FC236}">
                  <a16:creationId xmlns:a16="http://schemas.microsoft.com/office/drawing/2014/main" id="{7837618D-7C79-667E-31CA-7D9AC311A337}"/>
                </a:ext>
              </a:extLst>
            </p:cNvPr>
            <p:cNvSpPr txBox="1"/>
            <p:nvPr/>
          </p:nvSpPr>
          <p:spPr>
            <a:xfrm>
              <a:off x="69014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Q2</a:t>
              </a:r>
              <a:endParaRPr lang="nl-NL" sz="1000">
                <a:solidFill>
                  <a:srgbClr val="FFFF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4" name="Tekstvak 63">
              <a:extLst>
                <a:ext uri="{FF2B5EF4-FFF2-40B4-BE49-F238E27FC236}">
                  <a16:creationId xmlns:a16="http://schemas.microsoft.com/office/drawing/2014/main" id="{8C6001F8-5278-EA00-508A-FE55BA5B912B}"/>
                </a:ext>
              </a:extLst>
            </p:cNvPr>
            <p:cNvSpPr txBox="1"/>
            <p:nvPr/>
          </p:nvSpPr>
          <p:spPr>
            <a:xfrm>
              <a:off x="75488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Q3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65" name="Tekstvak 64">
              <a:extLst>
                <a:ext uri="{FF2B5EF4-FFF2-40B4-BE49-F238E27FC236}">
                  <a16:creationId xmlns:a16="http://schemas.microsoft.com/office/drawing/2014/main" id="{BBFA19A1-E1E6-293F-CBA3-57519DAE097D}"/>
                </a:ext>
              </a:extLst>
            </p:cNvPr>
            <p:cNvSpPr txBox="1"/>
            <p:nvPr/>
          </p:nvSpPr>
          <p:spPr>
            <a:xfrm>
              <a:off x="81963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Q4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66" name="Rechte verbindingslijn 65" title="K-lijnen">
              <a:extLst>
                <a:ext uri="{FF2B5EF4-FFF2-40B4-BE49-F238E27FC236}">
                  <a16:creationId xmlns:a16="http://schemas.microsoft.com/office/drawing/2014/main" id="{373E3737-E1AE-DF59-59DD-94BF64CD1319}"/>
                </a:ext>
              </a:extLst>
            </p:cNvPr>
            <p:cNvCxnSpPr>
              <a:cxnSpLocks/>
            </p:cNvCxnSpPr>
            <p:nvPr/>
          </p:nvCxnSpPr>
          <p:spPr>
            <a:xfrm>
              <a:off x="6358748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67" name="Rechte verbindingslijn 66" title="K-lijnen">
              <a:extLst>
                <a:ext uri="{FF2B5EF4-FFF2-40B4-BE49-F238E27FC236}">
                  <a16:creationId xmlns:a16="http://schemas.microsoft.com/office/drawing/2014/main" id="{F50A1799-C2E3-E483-5092-F70B17676CC7}"/>
                </a:ext>
              </a:extLst>
            </p:cNvPr>
            <p:cNvCxnSpPr>
              <a:cxnSpLocks/>
            </p:cNvCxnSpPr>
            <p:nvPr/>
          </p:nvCxnSpPr>
          <p:spPr>
            <a:xfrm>
              <a:off x="7653312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</p:grpSp>
      <p:cxnSp>
        <p:nvCxnSpPr>
          <p:cNvPr id="68" name="Rechte verbindingslijn 67" title="Bijschrift regels">
            <a:extLst>
              <a:ext uri="{FF2B5EF4-FFF2-40B4-BE49-F238E27FC236}">
                <a16:creationId xmlns:a16="http://schemas.microsoft.com/office/drawing/2014/main" id="{18FAD397-0985-1FF9-52D7-137A845F43FE}"/>
              </a:ext>
            </a:extLst>
          </p:cNvPr>
          <p:cNvCxnSpPr>
            <a:cxnSpLocks/>
          </p:cNvCxnSpPr>
          <p:nvPr/>
        </p:nvCxnSpPr>
        <p:spPr>
          <a:xfrm>
            <a:off x="7734262" y="3297151"/>
            <a:ext cx="0" cy="2417849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none" w="sm" len="sm"/>
            <a:tailEnd type="none" w="sm" len="sm"/>
          </a:ln>
          <a:effectLst/>
        </p:spPr>
      </p:cxnSp>
      <p:grpSp>
        <p:nvGrpSpPr>
          <p:cNvPr id="69" name="Groep 68" title="Mijlpaal">
            <a:extLst>
              <a:ext uri="{FF2B5EF4-FFF2-40B4-BE49-F238E27FC236}">
                <a16:creationId xmlns:a16="http://schemas.microsoft.com/office/drawing/2014/main" id="{BEB3B5C8-1EEF-B62F-6E1E-3D87A06E648C}"/>
              </a:ext>
            </a:extLst>
          </p:cNvPr>
          <p:cNvGrpSpPr/>
          <p:nvPr/>
        </p:nvGrpSpPr>
        <p:grpSpPr>
          <a:xfrm>
            <a:off x="6928095" y="2294952"/>
            <a:ext cx="1921866" cy="902742"/>
            <a:chOff x="5653543" y="3048963"/>
            <a:chExt cx="1921866" cy="902742"/>
          </a:xfrm>
        </p:grpSpPr>
        <p:grpSp>
          <p:nvGrpSpPr>
            <p:cNvPr id="70" name="Groep 69" title="Mijlpaaltekst">
              <a:extLst>
                <a:ext uri="{FF2B5EF4-FFF2-40B4-BE49-F238E27FC236}">
                  <a16:creationId xmlns:a16="http://schemas.microsoft.com/office/drawing/2014/main" id="{7CE8B2D5-C49D-1B3B-34AA-5D37B6284082}"/>
                </a:ext>
              </a:extLst>
            </p:cNvPr>
            <p:cNvGrpSpPr/>
            <p:nvPr/>
          </p:nvGrpSpPr>
          <p:grpSpPr>
            <a:xfrm>
              <a:off x="6280627" y="3108996"/>
              <a:ext cx="1294782" cy="616233"/>
              <a:chOff x="2110555" y="2162177"/>
              <a:chExt cx="1294782" cy="616233"/>
            </a:xfrm>
          </p:grpSpPr>
          <p:sp>
            <p:nvSpPr>
              <p:cNvPr id="74" name="Tekstvak 73">
                <a:extLst>
                  <a:ext uri="{FF2B5EF4-FFF2-40B4-BE49-F238E27FC236}">
                    <a16:creationId xmlns:a16="http://schemas.microsoft.com/office/drawing/2014/main" id="{D1F54A6E-09DA-9B8E-A46B-516D5B2B134E}"/>
                  </a:ext>
                </a:extLst>
              </p:cNvPr>
              <p:cNvSpPr txBox="1"/>
              <p:nvPr/>
            </p:nvSpPr>
            <p:spPr>
              <a:xfrm>
                <a:off x="2110555" y="2162177"/>
                <a:ext cx="12947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SCT </a:t>
                </a:r>
                <a:r>
                  <a:rPr lang="nl-NL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coded</a:t>
                </a:r>
                <a:endParaRPr lang="nl-NL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BBC7ABB3-BE3B-1499-10C9-18FE78203E4C}"/>
                  </a:ext>
                </a:extLst>
              </p:cNvPr>
              <p:cNvSpPr txBox="1"/>
              <p:nvPr/>
            </p:nvSpPr>
            <p:spPr>
              <a:xfrm>
                <a:off x="2110555" y="2470633"/>
                <a:ext cx="129478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 sz="1000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Procedures, </a:t>
                </a:r>
                <a:r>
                  <a:rPr lang="nl-NL" sz="1000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Observ</a:t>
                </a:r>
                <a:r>
                  <a:rPr lang="nl-NL" sz="1000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., </a:t>
                </a:r>
                <a:r>
                  <a:rPr lang="nl-NL" sz="1000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Allergy</a:t>
                </a:r>
                <a:r>
                  <a:rPr lang="nl-NL" sz="1000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, </a:t>
                </a:r>
                <a:r>
                  <a:rPr lang="nl-NL" sz="1000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Vaccination</a:t>
                </a:r>
                <a:endParaRPr lang="nl-NL" sz="100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1" name="Rechthoek: Afgeronde hoeken 198" title="Afbeelding mijlpaal">
              <a:extLst>
                <a:ext uri="{FF2B5EF4-FFF2-40B4-BE49-F238E27FC236}">
                  <a16:creationId xmlns:a16="http://schemas.microsoft.com/office/drawing/2014/main" id="{84EF9849-BEAE-3E6B-AF7E-CFE798245AD7}"/>
                </a:ext>
              </a:extLst>
            </p:cNvPr>
            <p:cNvSpPr/>
            <p:nvPr/>
          </p:nvSpPr>
          <p:spPr>
            <a:xfrm>
              <a:off x="6257081" y="3800584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rgbClr val="CF2D8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72" name="Afbeelding 201" title="Vlag mijlpaal">
              <a:extLst>
                <a:ext uri="{FF2B5EF4-FFF2-40B4-BE49-F238E27FC236}">
                  <a16:creationId xmlns:a16="http://schemas.microsoft.com/office/drawing/2014/main" id="{C52422D2-3C71-8470-984F-1ECD3D4B05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3525" t="18748" r="17129" b="44918"/>
            <a:stretch/>
          </p:blipFill>
          <p:spPr>
            <a:xfrm flipH="1">
              <a:off x="5653543" y="3048963"/>
              <a:ext cx="573660" cy="422383"/>
            </a:xfrm>
            <a:prstGeom prst="rect">
              <a:avLst/>
            </a:prstGeom>
          </p:spPr>
        </p:pic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C2FFE196-5187-83F6-8050-C1792A18C232}"/>
                </a:ext>
              </a:extLst>
            </p:cNvPr>
            <p:cNvSpPr/>
            <p:nvPr/>
          </p:nvSpPr>
          <p:spPr>
            <a:xfrm>
              <a:off x="5886953" y="3141299"/>
              <a:ext cx="354584" cy="276999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>
                <a:defRPr/>
              </a:pPr>
              <a:r>
                <a:rPr lang="nl-NL" sz="120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2b</a:t>
              </a:r>
            </a:p>
          </p:txBody>
        </p:sp>
      </p:grpSp>
      <p:grpSp>
        <p:nvGrpSpPr>
          <p:cNvPr id="76" name="Groep 75" title="Mijlpaal">
            <a:extLst>
              <a:ext uri="{FF2B5EF4-FFF2-40B4-BE49-F238E27FC236}">
                <a16:creationId xmlns:a16="http://schemas.microsoft.com/office/drawing/2014/main" id="{81FBD978-8FB0-ADDD-1555-42198730DDA9}"/>
              </a:ext>
            </a:extLst>
          </p:cNvPr>
          <p:cNvGrpSpPr/>
          <p:nvPr/>
        </p:nvGrpSpPr>
        <p:grpSpPr>
          <a:xfrm>
            <a:off x="8132452" y="1275694"/>
            <a:ext cx="1929546" cy="898150"/>
            <a:chOff x="6954594" y="2522254"/>
            <a:chExt cx="1929546" cy="898150"/>
          </a:xfrm>
        </p:grpSpPr>
        <p:grpSp>
          <p:nvGrpSpPr>
            <p:cNvPr id="77" name="Groep 76" title="Mijlpaaltekst">
              <a:extLst>
                <a:ext uri="{FF2B5EF4-FFF2-40B4-BE49-F238E27FC236}">
                  <a16:creationId xmlns:a16="http://schemas.microsoft.com/office/drawing/2014/main" id="{A30C769D-7AF2-B8A0-AAA7-F59CCE02A2A5}"/>
                </a:ext>
              </a:extLst>
            </p:cNvPr>
            <p:cNvGrpSpPr/>
            <p:nvPr/>
          </p:nvGrpSpPr>
          <p:grpSpPr>
            <a:xfrm>
              <a:off x="7589358" y="2582981"/>
              <a:ext cx="1294782" cy="616233"/>
              <a:chOff x="2110555" y="2162177"/>
              <a:chExt cx="1294782" cy="616233"/>
            </a:xfrm>
          </p:grpSpPr>
          <p:sp>
            <p:nvSpPr>
              <p:cNvPr id="81" name="Tekstvak 80">
                <a:extLst>
                  <a:ext uri="{FF2B5EF4-FFF2-40B4-BE49-F238E27FC236}">
                    <a16:creationId xmlns:a16="http://schemas.microsoft.com/office/drawing/2014/main" id="{298123C3-7E15-CDD7-2FD5-63AA37A4FA96}"/>
                  </a:ext>
                </a:extLst>
              </p:cNvPr>
              <p:cNvSpPr txBox="1"/>
              <p:nvPr/>
            </p:nvSpPr>
            <p:spPr>
              <a:xfrm>
                <a:off x="2110555" y="2162177"/>
                <a:ext cx="12947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SCT in </a:t>
                </a:r>
                <a:r>
                  <a:rPr lang="nl-NL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use</a:t>
                </a:r>
                <a:endParaRPr lang="nl-NL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82" name="Tekstvak 81">
                <a:extLst>
                  <a:ext uri="{FF2B5EF4-FFF2-40B4-BE49-F238E27FC236}">
                    <a16:creationId xmlns:a16="http://schemas.microsoft.com/office/drawing/2014/main" id="{B2B0348D-7E6A-6C2E-CE5B-77EC2753524E}"/>
                  </a:ext>
                </a:extLst>
              </p:cNvPr>
              <p:cNvSpPr txBox="1"/>
              <p:nvPr/>
            </p:nvSpPr>
            <p:spPr>
              <a:xfrm>
                <a:off x="2110555" y="2470633"/>
                <a:ext cx="129478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 sz="1000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Implemented</a:t>
                </a:r>
                <a:r>
                  <a:rPr lang="nl-NL" sz="1000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in </a:t>
                </a:r>
                <a:r>
                  <a:rPr lang="nl-NL" sz="1000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clinical</a:t>
                </a:r>
                <a:r>
                  <a:rPr lang="nl-NL" sz="1000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 workflow</a:t>
                </a:r>
              </a:p>
            </p:txBody>
          </p:sp>
        </p:grpSp>
        <p:sp>
          <p:nvSpPr>
            <p:cNvPr id="78" name="Rechthoek: Afgeronde hoeken 152" title="Afbeelding mijlpaal">
              <a:extLst>
                <a:ext uri="{FF2B5EF4-FFF2-40B4-BE49-F238E27FC236}">
                  <a16:creationId xmlns:a16="http://schemas.microsoft.com/office/drawing/2014/main" id="{300EB638-0BA0-4D89-674D-A7F3678B3140}"/>
                </a:ext>
              </a:extLst>
            </p:cNvPr>
            <p:cNvSpPr/>
            <p:nvPr/>
          </p:nvSpPr>
          <p:spPr>
            <a:xfrm>
              <a:off x="7561460" y="3269283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rgbClr val="CF2D8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79" name="Afbeelding 203" title="Vlag mijlpaal">
              <a:extLst>
                <a:ext uri="{FF2B5EF4-FFF2-40B4-BE49-F238E27FC236}">
                  <a16:creationId xmlns:a16="http://schemas.microsoft.com/office/drawing/2014/main" id="{5DAD0E62-63D6-6A16-A81C-F46C2FA5A1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3525" t="18748" r="17129" b="44918"/>
            <a:stretch/>
          </p:blipFill>
          <p:spPr>
            <a:xfrm flipH="1">
              <a:off x="6954594" y="2522254"/>
              <a:ext cx="573660" cy="422383"/>
            </a:xfrm>
            <a:prstGeom prst="rect">
              <a:avLst/>
            </a:prstGeom>
          </p:spPr>
        </p:pic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6063B42C-D363-E4F9-5D17-D2A20383C06B}"/>
                </a:ext>
              </a:extLst>
            </p:cNvPr>
            <p:cNvSpPr/>
            <p:nvPr/>
          </p:nvSpPr>
          <p:spPr>
            <a:xfrm>
              <a:off x="7192813" y="2614590"/>
              <a:ext cx="344966" cy="276999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 rtl="0">
                <a:defRPr/>
              </a:pPr>
              <a:r>
                <a:rPr lang="nl-NL" sz="120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83" name="Groep 82" descr="Jaar 4">
            <a:extLst>
              <a:ext uri="{FF2B5EF4-FFF2-40B4-BE49-F238E27FC236}">
                <a16:creationId xmlns:a16="http://schemas.microsoft.com/office/drawing/2014/main" id="{2560A942-692E-B9FF-157B-6BBCF23EDBCD}"/>
              </a:ext>
            </a:extLst>
          </p:cNvPr>
          <p:cNvGrpSpPr/>
          <p:nvPr/>
        </p:nvGrpSpPr>
        <p:grpSpPr>
          <a:xfrm>
            <a:off x="9045416" y="5318581"/>
            <a:ext cx="2709761" cy="1031415"/>
            <a:chOff x="8822434" y="5778006"/>
            <a:chExt cx="2709761" cy="1031415"/>
          </a:xfrm>
        </p:grpSpPr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8BC6489C-8290-DC93-3D5C-3704233A26AB}"/>
                </a:ext>
              </a:extLst>
            </p:cNvPr>
            <p:cNvSpPr/>
            <p:nvPr/>
          </p:nvSpPr>
          <p:spPr>
            <a:xfrm>
              <a:off x="10773302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5" name="Ovaal 84">
              <a:extLst>
                <a:ext uri="{FF2B5EF4-FFF2-40B4-BE49-F238E27FC236}">
                  <a16:creationId xmlns:a16="http://schemas.microsoft.com/office/drawing/2014/main" id="{E138F3D5-0589-BA10-2C3D-2472EA133DD2}"/>
                </a:ext>
              </a:extLst>
            </p:cNvPr>
            <p:cNvSpPr/>
            <p:nvPr/>
          </p:nvSpPr>
          <p:spPr>
            <a:xfrm>
              <a:off x="10122723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D77877E1-2648-B3F3-6758-C21C121BCADA}"/>
                </a:ext>
              </a:extLst>
            </p:cNvPr>
            <p:cNvSpPr/>
            <p:nvPr/>
          </p:nvSpPr>
          <p:spPr>
            <a:xfrm>
              <a:off x="9475478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7" name="Ovaal 86">
              <a:extLst>
                <a:ext uri="{FF2B5EF4-FFF2-40B4-BE49-F238E27FC236}">
                  <a16:creationId xmlns:a16="http://schemas.microsoft.com/office/drawing/2014/main" id="{8412C185-715D-416C-EA24-DBEDCA991875}"/>
                </a:ext>
              </a:extLst>
            </p:cNvPr>
            <p:cNvSpPr/>
            <p:nvPr/>
          </p:nvSpPr>
          <p:spPr>
            <a:xfrm>
              <a:off x="8822434" y="6037620"/>
              <a:ext cx="256014" cy="256014"/>
            </a:xfrm>
            <a:prstGeom prst="ellipse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8" name="Tekstvak 87">
              <a:extLst>
                <a:ext uri="{FF2B5EF4-FFF2-40B4-BE49-F238E27FC236}">
                  <a16:creationId xmlns:a16="http://schemas.microsoft.com/office/drawing/2014/main" id="{42DDD317-A51E-D96C-F0E2-DD7975EE6D97}"/>
                </a:ext>
              </a:extLst>
            </p:cNvPr>
            <p:cNvSpPr txBox="1"/>
            <p:nvPr/>
          </p:nvSpPr>
          <p:spPr>
            <a:xfrm>
              <a:off x="9888888" y="6573684"/>
              <a:ext cx="569010" cy="2357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 rtl="0">
                <a:defRPr/>
              </a:pPr>
              <a:r>
                <a:rPr lang="nl-NL" sz="14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2029</a:t>
              </a:r>
            </a:p>
          </p:txBody>
        </p:sp>
        <p:cxnSp>
          <p:nvCxnSpPr>
            <p:cNvPr id="89" name="Rechte verbindingslijn 88" title="K-lijnen">
              <a:extLst>
                <a:ext uri="{FF2B5EF4-FFF2-40B4-BE49-F238E27FC236}">
                  <a16:creationId xmlns:a16="http://schemas.microsoft.com/office/drawing/2014/main" id="{4B1627F6-C55D-4089-5873-70B6A9EF331E}"/>
                </a:ext>
              </a:extLst>
            </p:cNvPr>
            <p:cNvCxnSpPr>
              <a:cxnSpLocks/>
            </p:cNvCxnSpPr>
            <p:nvPr/>
          </p:nvCxnSpPr>
          <p:spPr>
            <a:xfrm>
              <a:off x="10889715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90" name="Rechte verbindingslijn 89" title="K-lijnen">
              <a:extLst>
                <a:ext uri="{FF2B5EF4-FFF2-40B4-BE49-F238E27FC236}">
                  <a16:creationId xmlns:a16="http://schemas.microsoft.com/office/drawing/2014/main" id="{C72AE475-A654-B37D-CAE3-7E2D837D8F61}"/>
                </a:ext>
              </a:extLst>
            </p:cNvPr>
            <p:cNvCxnSpPr>
              <a:cxnSpLocks/>
            </p:cNvCxnSpPr>
            <p:nvPr/>
          </p:nvCxnSpPr>
          <p:spPr>
            <a:xfrm>
              <a:off x="9595158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sp>
          <p:nvSpPr>
            <p:cNvPr id="91" name="Rechthoek: Afgeronde hoeken 190" title="Jaarbalk">
              <a:extLst>
                <a:ext uri="{FF2B5EF4-FFF2-40B4-BE49-F238E27FC236}">
                  <a16:creationId xmlns:a16="http://schemas.microsoft.com/office/drawing/2014/main" id="{DC8F1DBE-A629-EBD3-9250-6107D3CFC149}"/>
                </a:ext>
              </a:extLst>
            </p:cNvPr>
            <p:cNvSpPr/>
            <p:nvPr/>
          </p:nvSpPr>
          <p:spPr>
            <a:xfrm>
              <a:off x="8958866" y="6375798"/>
              <a:ext cx="2573329" cy="164859"/>
            </a:xfrm>
            <a:prstGeom prst="roundRect">
              <a:avLst>
                <a:gd name="adj" fmla="val 50000"/>
              </a:avLst>
            </a:prstGeom>
            <a:solidFill>
              <a:srgbClr val="4810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2" name="Tekstvak 91">
              <a:extLst>
                <a:ext uri="{FF2B5EF4-FFF2-40B4-BE49-F238E27FC236}">
                  <a16:creationId xmlns:a16="http://schemas.microsoft.com/office/drawing/2014/main" id="{4DAFBEF6-8B64-48FD-0FAE-EC7FA4BF3388}"/>
                </a:ext>
              </a:extLst>
            </p:cNvPr>
            <p:cNvSpPr txBox="1"/>
            <p:nvPr/>
          </p:nvSpPr>
          <p:spPr>
            <a:xfrm>
              <a:off x="88437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srgbClr val="FFFF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Q1</a:t>
              </a:r>
              <a:endParaRPr lang="nl-NL" sz="1000">
                <a:solidFill>
                  <a:srgbClr val="FFFF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3" name="Tekstvak 92">
              <a:extLst>
                <a:ext uri="{FF2B5EF4-FFF2-40B4-BE49-F238E27FC236}">
                  <a16:creationId xmlns:a16="http://schemas.microsoft.com/office/drawing/2014/main" id="{7C23C4E8-E67F-E250-CD75-BF04BCC730EF}"/>
                </a:ext>
              </a:extLst>
            </p:cNvPr>
            <p:cNvSpPr txBox="1"/>
            <p:nvPr/>
          </p:nvSpPr>
          <p:spPr>
            <a:xfrm>
              <a:off x="94912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Q2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4" name="Tekstvak 93">
              <a:extLst>
                <a:ext uri="{FF2B5EF4-FFF2-40B4-BE49-F238E27FC236}">
                  <a16:creationId xmlns:a16="http://schemas.microsoft.com/office/drawing/2014/main" id="{0F1E5E84-D9EE-04C7-5E0D-B29078B1FD8C}"/>
                </a:ext>
              </a:extLst>
            </p:cNvPr>
            <p:cNvSpPr txBox="1"/>
            <p:nvPr/>
          </p:nvSpPr>
          <p:spPr>
            <a:xfrm>
              <a:off x="1013868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Q3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95" name="Tekstvak 94">
              <a:extLst>
                <a:ext uri="{FF2B5EF4-FFF2-40B4-BE49-F238E27FC236}">
                  <a16:creationId xmlns:a16="http://schemas.microsoft.com/office/drawing/2014/main" id="{E68917B8-031C-7135-5604-61BDB716BF28}"/>
                </a:ext>
              </a:extLst>
            </p:cNvPr>
            <p:cNvSpPr txBox="1"/>
            <p:nvPr/>
          </p:nvSpPr>
          <p:spPr>
            <a:xfrm>
              <a:off x="10786131" y="6102356"/>
              <a:ext cx="216000" cy="144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rtl="0">
                <a:defRPr/>
              </a:pPr>
              <a:r>
                <a:rPr lang="nl-NL" sz="1000" b="1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Q4</a:t>
              </a:r>
              <a:endParaRPr lang="nl-NL" sz="100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96" name="Rechte verbindingslijn 95" title="K-lijnen">
              <a:extLst>
                <a:ext uri="{FF2B5EF4-FFF2-40B4-BE49-F238E27FC236}">
                  <a16:creationId xmlns:a16="http://schemas.microsoft.com/office/drawing/2014/main" id="{88D2E6FC-72A7-74AC-37D1-6844D0A11416}"/>
                </a:ext>
              </a:extLst>
            </p:cNvPr>
            <p:cNvCxnSpPr>
              <a:cxnSpLocks/>
            </p:cNvCxnSpPr>
            <p:nvPr/>
          </p:nvCxnSpPr>
          <p:spPr>
            <a:xfrm>
              <a:off x="8947876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97" name="Rechte verbindingslijn 96" title="K-lijnen">
              <a:extLst>
                <a:ext uri="{FF2B5EF4-FFF2-40B4-BE49-F238E27FC236}">
                  <a16:creationId xmlns:a16="http://schemas.microsoft.com/office/drawing/2014/main" id="{68381A65-BD29-E162-47FF-B3B598B7E953}"/>
                </a:ext>
              </a:extLst>
            </p:cNvPr>
            <p:cNvCxnSpPr>
              <a:cxnSpLocks/>
            </p:cNvCxnSpPr>
            <p:nvPr/>
          </p:nvCxnSpPr>
          <p:spPr>
            <a:xfrm>
              <a:off x="10242440" y="5778006"/>
              <a:ext cx="0" cy="165471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85000"/>
                </a:sysClr>
              </a:solidFill>
              <a:prstDash val="sysDash"/>
              <a:miter lim="800000"/>
              <a:headEnd type="none" w="sm" len="sm"/>
              <a:tailEnd type="none" w="sm" len="sm"/>
            </a:ln>
            <a:effectLst/>
          </p:spPr>
        </p:cxnSp>
      </p:grpSp>
      <p:cxnSp>
        <p:nvCxnSpPr>
          <p:cNvPr id="98" name="Rechte verbindingslijn 97" title="Bijschrift regels">
            <a:extLst>
              <a:ext uri="{FF2B5EF4-FFF2-40B4-BE49-F238E27FC236}">
                <a16:creationId xmlns:a16="http://schemas.microsoft.com/office/drawing/2014/main" id="{F53EF188-0F20-41E7-BFE2-804AC5617D2C}"/>
              </a:ext>
            </a:extLst>
          </p:cNvPr>
          <p:cNvCxnSpPr>
            <a:cxnSpLocks/>
          </p:cNvCxnSpPr>
          <p:nvPr/>
        </p:nvCxnSpPr>
        <p:spPr>
          <a:xfrm>
            <a:off x="9683151" y="1212701"/>
            <a:ext cx="0" cy="4502299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ysDash"/>
            <a:miter lim="800000"/>
            <a:headEnd type="none" w="sm" len="sm"/>
            <a:tailEnd type="none" w="sm" len="sm"/>
          </a:ln>
          <a:effectLst/>
        </p:spPr>
      </p:cxnSp>
      <p:grpSp>
        <p:nvGrpSpPr>
          <p:cNvPr id="99" name="Groep 98" title="Mijlpaal">
            <a:extLst>
              <a:ext uri="{FF2B5EF4-FFF2-40B4-BE49-F238E27FC236}">
                <a16:creationId xmlns:a16="http://schemas.microsoft.com/office/drawing/2014/main" id="{52EE1219-71E1-6AD6-F654-5FF89952D841}"/>
              </a:ext>
            </a:extLst>
          </p:cNvPr>
          <p:cNvGrpSpPr/>
          <p:nvPr/>
        </p:nvGrpSpPr>
        <p:grpSpPr>
          <a:xfrm>
            <a:off x="8879855" y="258099"/>
            <a:ext cx="1911474" cy="898465"/>
            <a:chOff x="8221479" y="1034359"/>
            <a:chExt cx="1911474" cy="898465"/>
          </a:xfrm>
        </p:grpSpPr>
        <p:grpSp>
          <p:nvGrpSpPr>
            <p:cNvPr id="100" name="Groep 99" title="Mijlpaaltekst">
              <a:extLst>
                <a:ext uri="{FF2B5EF4-FFF2-40B4-BE49-F238E27FC236}">
                  <a16:creationId xmlns:a16="http://schemas.microsoft.com/office/drawing/2014/main" id="{3D3FFD44-088F-2016-1B04-E87CC86D1672}"/>
                </a:ext>
              </a:extLst>
            </p:cNvPr>
            <p:cNvGrpSpPr/>
            <p:nvPr/>
          </p:nvGrpSpPr>
          <p:grpSpPr>
            <a:xfrm>
              <a:off x="8838171" y="1092085"/>
              <a:ext cx="1294782" cy="616233"/>
              <a:chOff x="9170729" y="2825146"/>
              <a:chExt cx="1294782" cy="616233"/>
            </a:xfrm>
          </p:grpSpPr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A960DA98-39FA-CF4F-7350-4414C0B56742}"/>
                  </a:ext>
                </a:extLst>
              </p:cNvPr>
              <p:cNvSpPr txBox="1"/>
              <p:nvPr/>
            </p:nvSpPr>
            <p:spPr>
              <a:xfrm>
                <a:off x="9170729" y="2825146"/>
                <a:ext cx="12947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>
                    <a:solidFill>
                      <a:srgbClr val="FF0000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EHDS (I) </a:t>
                </a:r>
              </a:p>
            </p:txBody>
          </p:sp>
          <p:sp>
            <p:nvSpPr>
              <p:cNvPr id="105" name="Tekstvak 104">
                <a:extLst>
                  <a:ext uri="{FF2B5EF4-FFF2-40B4-BE49-F238E27FC236}">
                    <a16:creationId xmlns:a16="http://schemas.microsoft.com/office/drawing/2014/main" id="{C2DFAC7D-0EC6-E0B6-DBD8-9C4B012E6D97}"/>
                  </a:ext>
                </a:extLst>
              </p:cNvPr>
              <p:cNvSpPr txBox="1"/>
              <p:nvPr/>
            </p:nvSpPr>
            <p:spPr>
              <a:xfrm>
                <a:off x="9170729" y="3133602"/>
                <a:ext cx="129478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 sz="100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Exchange</a:t>
                </a:r>
              </a:p>
              <a:p>
                <a:pPr algn="l" rtl="0">
                  <a:defRPr/>
                </a:pPr>
                <a:r>
                  <a:rPr lang="nl-NL" sz="100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Patient Summary</a:t>
                </a:r>
              </a:p>
            </p:txBody>
          </p:sp>
        </p:grpSp>
        <p:pic>
          <p:nvPicPr>
            <p:cNvPr id="101" name="Afbeelding 186" descr="Vlag">
              <a:extLst>
                <a:ext uri="{FF2B5EF4-FFF2-40B4-BE49-F238E27FC236}">
                  <a16:creationId xmlns:a16="http://schemas.microsoft.com/office/drawing/2014/main" id="{45C7D723-FA62-0601-D441-FEEC20EBE7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3525" t="18748" r="17129" b="44918"/>
            <a:stretch/>
          </p:blipFill>
          <p:spPr>
            <a:xfrm flipH="1">
              <a:off x="8221479" y="1034359"/>
              <a:ext cx="573660" cy="422383"/>
            </a:xfrm>
            <a:prstGeom prst="rect">
              <a:avLst/>
            </a:prstGeom>
          </p:spPr>
        </p:pic>
        <p:sp>
          <p:nvSpPr>
            <p:cNvPr id="102" name="Rechthoek: Afgeronde hoeken 200" title="Afbeelding mijlpaal">
              <a:extLst>
                <a:ext uri="{FF2B5EF4-FFF2-40B4-BE49-F238E27FC236}">
                  <a16:creationId xmlns:a16="http://schemas.microsoft.com/office/drawing/2014/main" id="{31C90089-6C15-4EFB-763A-FB0AA554CAFE}"/>
                </a:ext>
              </a:extLst>
            </p:cNvPr>
            <p:cNvSpPr/>
            <p:nvPr/>
          </p:nvSpPr>
          <p:spPr>
            <a:xfrm>
              <a:off x="8842061" y="1781703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rgbClr val="4810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highlight>
                  <a:srgbClr val="FF0000"/>
                </a:highlight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3" name="Afbeelding 40" descr="Pictogram afgevinkt">
              <a:extLst>
                <a:ext uri="{FF2B5EF4-FFF2-40B4-BE49-F238E27FC236}">
                  <a16:creationId xmlns:a16="http://schemas.microsoft.com/office/drawing/2014/main" id="{85A6BC23-05FD-2CE1-61F4-F61563D26E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0199" t="23238" r="22077" b="24597"/>
            <a:stretch/>
          </p:blipFill>
          <p:spPr>
            <a:xfrm>
              <a:off x="8434681" y="1086592"/>
              <a:ext cx="371215" cy="335466"/>
            </a:xfrm>
            <a:prstGeom prst="rect">
              <a:avLst/>
            </a:prstGeom>
          </p:spPr>
        </p:pic>
      </p:grpSp>
      <p:grpSp>
        <p:nvGrpSpPr>
          <p:cNvPr id="106" name="Groep 105" title="Mijlpaal">
            <a:extLst>
              <a:ext uri="{FF2B5EF4-FFF2-40B4-BE49-F238E27FC236}">
                <a16:creationId xmlns:a16="http://schemas.microsoft.com/office/drawing/2014/main" id="{D37668AF-B6F7-FF2D-7EB6-B2E03C6B4C47}"/>
              </a:ext>
            </a:extLst>
          </p:cNvPr>
          <p:cNvGrpSpPr/>
          <p:nvPr/>
        </p:nvGrpSpPr>
        <p:grpSpPr>
          <a:xfrm>
            <a:off x="4340547" y="2315152"/>
            <a:ext cx="1921940" cy="914763"/>
            <a:chOff x="3047824" y="3575569"/>
            <a:chExt cx="1921940" cy="914763"/>
          </a:xfrm>
        </p:grpSpPr>
        <p:grpSp>
          <p:nvGrpSpPr>
            <p:cNvPr id="107" name="Groep 106" title="Mijlpaaltekst">
              <a:extLst>
                <a:ext uri="{FF2B5EF4-FFF2-40B4-BE49-F238E27FC236}">
                  <a16:creationId xmlns:a16="http://schemas.microsoft.com/office/drawing/2014/main" id="{3F1F8593-F6E3-602A-BC59-6AB88376EC6F}"/>
                </a:ext>
              </a:extLst>
            </p:cNvPr>
            <p:cNvGrpSpPr/>
            <p:nvPr/>
          </p:nvGrpSpPr>
          <p:grpSpPr>
            <a:xfrm>
              <a:off x="3674982" y="3648568"/>
              <a:ext cx="1294782" cy="727511"/>
              <a:chOff x="2110555" y="2162177"/>
              <a:chExt cx="1294782" cy="727511"/>
            </a:xfrm>
          </p:grpSpPr>
          <p:sp>
            <p:nvSpPr>
              <p:cNvPr id="111" name="Tekstvak 110">
                <a:extLst>
                  <a:ext uri="{FF2B5EF4-FFF2-40B4-BE49-F238E27FC236}">
                    <a16:creationId xmlns:a16="http://schemas.microsoft.com/office/drawing/2014/main" id="{1FC45DF0-8E9F-C8E5-5470-18F443B58579}"/>
                  </a:ext>
                </a:extLst>
              </p:cNvPr>
              <p:cNvSpPr txBox="1"/>
              <p:nvPr/>
            </p:nvSpPr>
            <p:spPr>
              <a:xfrm>
                <a:off x="2110555" y="2162177"/>
                <a:ext cx="12947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SCT </a:t>
                </a:r>
                <a:r>
                  <a:rPr lang="nl-NL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coded</a:t>
                </a:r>
                <a:endParaRPr lang="nl-NL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2" name="Tekstvak 111">
                <a:extLst>
                  <a:ext uri="{FF2B5EF4-FFF2-40B4-BE49-F238E27FC236}">
                    <a16:creationId xmlns:a16="http://schemas.microsoft.com/office/drawing/2014/main" id="{C72B2083-7011-18F7-0D20-975856CA4040}"/>
                  </a:ext>
                </a:extLst>
              </p:cNvPr>
              <p:cNvSpPr txBox="1"/>
              <p:nvPr/>
            </p:nvSpPr>
            <p:spPr>
              <a:xfrm>
                <a:off x="2110555" y="2470633"/>
                <a:ext cx="129478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 rtl="0">
                  <a:defRPr/>
                </a:pPr>
                <a:r>
                  <a:rPr lang="nl-NL" sz="1000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Patient </a:t>
                </a:r>
                <a:r>
                  <a:rPr lang="nl-NL" sz="1000" err="1">
                    <a:solidFill>
                      <a:prstClr val="white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Problems</a:t>
                </a:r>
                <a:endParaRPr lang="nl-NL" sz="100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3" name="Tekstvak 112">
                <a:extLst>
                  <a:ext uri="{FF2B5EF4-FFF2-40B4-BE49-F238E27FC236}">
                    <a16:creationId xmlns:a16="http://schemas.microsoft.com/office/drawing/2014/main" id="{4503C64A-D532-F4FC-DF7F-D845441E1E05}"/>
                  </a:ext>
                </a:extLst>
              </p:cNvPr>
              <p:cNvSpPr txBox="1"/>
              <p:nvPr/>
            </p:nvSpPr>
            <p:spPr>
              <a:xfrm>
                <a:off x="2110556" y="2653951"/>
                <a:ext cx="1294781" cy="235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 rtl="0">
                  <a:defRPr/>
                </a:pPr>
                <a:endParaRPr lang="nl-NL" sz="100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8" name="Rechthoek: Afgeronde hoeken 138" title="Afbeelding mijlpaal">
              <a:extLst>
                <a:ext uri="{FF2B5EF4-FFF2-40B4-BE49-F238E27FC236}">
                  <a16:creationId xmlns:a16="http://schemas.microsoft.com/office/drawing/2014/main" id="{E1958E1F-577E-AB04-F647-0BB2349AA0DA}"/>
                </a:ext>
              </a:extLst>
            </p:cNvPr>
            <p:cNvSpPr/>
            <p:nvPr/>
          </p:nvSpPr>
          <p:spPr>
            <a:xfrm>
              <a:off x="3672866" y="4339211"/>
              <a:ext cx="873222" cy="151121"/>
            </a:xfrm>
            <a:prstGeom prst="roundRect">
              <a:avLst>
                <a:gd name="adj" fmla="val 50000"/>
              </a:avLst>
            </a:prstGeom>
            <a:solidFill>
              <a:srgbClr val="2B518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rtl="0">
                <a:defRPr/>
              </a:pPr>
              <a:endParaRPr lang="nl-NL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9" name="Afbeelding 145" title="Vlag mijlpaal">
              <a:extLst>
                <a:ext uri="{FF2B5EF4-FFF2-40B4-BE49-F238E27FC236}">
                  <a16:creationId xmlns:a16="http://schemas.microsoft.com/office/drawing/2014/main" id="{92368EFB-CF43-9E73-812C-F835B28F7A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33525" t="18748" r="17129" b="44918"/>
            <a:stretch/>
          </p:blipFill>
          <p:spPr>
            <a:xfrm flipH="1">
              <a:off x="3047824" y="3575569"/>
              <a:ext cx="573660" cy="422383"/>
            </a:xfrm>
            <a:prstGeom prst="rect">
              <a:avLst/>
            </a:prstGeom>
          </p:spPr>
        </p:pic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E9F2593-CB36-B0B2-FA68-A17526D165B2}"/>
                </a:ext>
              </a:extLst>
            </p:cNvPr>
            <p:cNvSpPr/>
            <p:nvPr/>
          </p:nvSpPr>
          <p:spPr>
            <a:xfrm>
              <a:off x="3281234" y="3667905"/>
              <a:ext cx="354584" cy="276999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 rtl="0">
                <a:defRPr/>
              </a:pPr>
              <a:r>
                <a:rPr lang="nl-NL" sz="1200">
                  <a:solidFill>
                    <a:prstClr val="white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2a</a:t>
              </a:r>
            </a:p>
          </p:txBody>
        </p:sp>
      </p:grpSp>
      <p:cxnSp>
        <p:nvCxnSpPr>
          <p:cNvPr id="114" name="Rechte verbindingslijn 113" title="Bijschrift regels">
            <a:extLst>
              <a:ext uri="{FF2B5EF4-FFF2-40B4-BE49-F238E27FC236}">
                <a16:creationId xmlns:a16="http://schemas.microsoft.com/office/drawing/2014/main" id="{9B14E9C5-F105-0996-8F80-4C3AEF803572}"/>
              </a:ext>
            </a:extLst>
          </p:cNvPr>
          <p:cNvCxnSpPr>
            <a:cxnSpLocks/>
          </p:cNvCxnSpPr>
          <p:nvPr/>
        </p:nvCxnSpPr>
        <p:spPr>
          <a:xfrm>
            <a:off x="5140224" y="3297151"/>
            <a:ext cx="0" cy="2417849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115" name="Rechte verbindingslijn 114" title="Bijschrift regels">
            <a:extLst>
              <a:ext uri="{FF2B5EF4-FFF2-40B4-BE49-F238E27FC236}">
                <a16:creationId xmlns:a16="http://schemas.microsoft.com/office/drawing/2014/main" id="{E6DBDEB8-CF7E-988A-9557-05E8D39855AC}"/>
              </a:ext>
            </a:extLst>
          </p:cNvPr>
          <p:cNvCxnSpPr>
            <a:cxnSpLocks/>
          </p:cNvCxnSpPr>
          <p:nvPr/>
        </p:nvCxnSpPr>
        <p:spPr>
          <a:xfrm>
            <a:off x="9172531" y="2227371"/>
            <a:ext cx="0" cy="3226919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116" name="Rechte verbindingslijn 115">
            <a:extLst>
              <a:ext uri="{FF2B5EF4-FFF2-40B4-BE49-F238E27FC236}">
                <a16:creationId xmlns:a16="http://schemas.microsoft.com/office/drawing/2014/main" id="{47F762DD-D807-BD9C-700A-F0EA309F3AA5}"/>
              </a:ext>
            </a:extLst>
          </p:cNvPr>
          <p:cNvCxnSpPr/>
          <p:nvPr/>
        </p:nvCxnSpPr>
        <p:spPr>
          <a:xfrm>
            <a:off x="488158" y="4277327"/>
            <a:ext cx="11704320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dash"/>
            <a:miter lim="800000"/>
          </a:ln>
          <a:effectLst/>
        </p:spPr>
      </p:cxnSp>
      <p:cxnSp>
        <p:nvCxnSpPr>
          <p:cNvPr id="118" name="Rechte verbindingslijn 117">
            <a:extLst>
              <a:ext uri="{FF2B5EF4-FFF2-40B4-BE49-F238E27FC236}">
                <a16:creationId xmlns:a16="http://schemas.microsoft.com/office/drawing/2014/main" id="{1EF10E9B-85A7-A45B-614C-3F4172D32A22}"/>
              </a:ext>
            </a:extLst>
          </p:cNvPr>
          <p:cNvCxnSpPr/>
          <p:nvPr/>
        </p:nvCxnSpPr>
        <p:spPr>
          <a:xfrm>
            <a:off x="466822" y="2308419"/>
            <a:ext cx="11704320" cy="0"/>
          </a:xfrm>
          <a:prstGeom prst="line">
            <a:avLst/>
          </a:prstGeom>
          <a:noFill/>
          <a:ln w="6350" cap="flat" cmpd="sng" algn="ctr">
            <a:solidFill>
              <a:sysClr val="window" lastClr="FFFFFF"/>
            </a:solidFill>
            <a:prstDash val="dash"/>
            <a:miter lim="800000"/>
          </a:ln>
          <a:effectLst/>
        </p:spPr>
      </p:cxnSp>
      <p:sp>
        <p:nvSpPr>
          <p:cNvPr id="120" name="Tekstvak 119">
            <a:extLst>
              <a:ext uri="{FF2B5EF4-FFF2-40B4-BE49-F238E27FC236}">
                <a16:creationId xmlns:a16="http://schemas.microsoft.com/office/drawing/2014/main" id="{472FF99F-ACC0-8D20-7070-C051444FF150}"/>
              </a:ext>
            </a:extLst>
          </p:cNvPr>
          <p:cNvSpPr txBox="1"/>
          <p:nvPr/>
        </p:nvSpPr>
        <p:spPr>
          <a:xfrm>
            <a:off x="376418" y="2571168"/>
            <a:ext cx="18470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defRPr/>
            </a:pPr>
            <a:r>
              <a:rPr lang="nl-BE" sz="1400" b="1" kern="1200" dirty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Technical </a:t>
            </a:r>
            <a:r>
              <a:rPr lang="nl-BE" sz="1400" b="1" kern="1200" dirty="0" err="1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implementation</a:t>
            </a:r>
            <a:r>
              <a:rPr lang="nl-BE" sz="1400" b="1" kern="1200" dirty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lang="nl-BE" sz="1400" b="1" kern="1200" dirty="0" err="1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eHR</a:t>
            </a:r>
            <a:r>
              <a:rPr lang="nl-BE" sz="1400" b="1" kern="1200" dirty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1" name="Tekstvak 120">
            <a:extLst>
              <a:ext uri="{FF2B5EF4-FFF2-40B4-BE49-F238E27FC236}">
                <a16:creationId xmlns:a16="http://schemas.microsoft.com/office/drawing/2014/main" id="{CB02737B-E79E-F31C-16DB-5B2CCF7A772E}"/>
              </a:ext>
            </a:extLst>
          </p:cNvPr>
          <p:cNvSpPr txBox="1"/>
          <p:nvPr/>
        </p:nvSpPr>
        <p:spPr>
          <a:xfrm>
            <a:off x="365749" y="1417547"/>
            <a:ext cx="1868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defRPr/>
            </a:pPr>
            <a:r>
              <a:rPr lang="nl-BE" sz="1400" b="1" kern="1200" dirty="0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Clinical</a:t>
            </a:r>
          </a:p>
          <a:p>
            <a:pPr algn="l" rtl="0">
              <a:defRPr/>
            </a:pPr>
            <a:r>
              <a:rPr lang="nl-BE" sz="1400" b="1" kern="1200" dirty="0" err="1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implementation</a:t>
            </a:r>
            <a:endParaRPr lang="nl-BE" sz="14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2" name="Tekstvak 121">
            <a:extLst>
              <a:ext uri="{FF2B5EF4-FFF2-40B4-BE49-F238E27FC236}">
                <a16:creationId xmlns:a16="http://schemas.microsoft.com/office/drawing/2014/main" id="{0E2F877B-4117-7583-B8D8-29BD37C10F1D}"/>
              </a:ext>
            </a:extLst>
          </p:cNvPr>
          <p:cNvSpPr txBox="1"/>
          <p:nvPr/>
        </p:nvSpPr>
        <p:spPr>
          <a:xfrm>
            <a:off x="402135" y="4453449"/>
            <a:ext cx="1581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defRPr/>
            </a:pPr>
            <a:r>
              <a:rPr lang="nl-BE" sz="1400" b="1" kern="1200" dirty="0" err="1">
                <a:solidFill>
                  <a:prstClr val="whit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Requirements</a:t>
            </a:r>
            <a:endParaRPr lang="nl-BE" sz="1400" b="1" kern="1200" dirty="0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4" name="Pijl: vijfhoek 123">
            <a:extLst>
              <a:ext uri="{FF2B5EF4-FFF2-40B4-BE49-F238E27FC236}">
                <a16:creationId xmlns:a16="http://schemas.microsoft.com/office/drawing/2014/main" id="{0806720D-3118-CC53-0617-D04C4A47C4BE}"/>
              </a:ext>
            </a:extLst>
          </p:cNvPr>
          <p:cNvSpPr/>
          <p:nvPr/>
        </p:nvSpPr>
        <p:spPr>
          <a:xfrm>
            <a:off x="2629301" y="1360346"/>
            <a:ext cx="5629641" cy="307774"/>
          </a:xfrm>
          <a:prstGeom prst="homePlate">
            <a:avLst/>
          </a:prstGeom>
          <a:solidFill>
            <a:sysClr val="window" lastClr="FFFFFF"/>
          </a:solidFill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eHR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configuration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/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Tooling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/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Education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training</a:t>
            </a:r>
          </a:p>
        </p:txBody>
      </p:sp>
      <p:sp>
        <p:nvSpPr>
          <p:cNvPr id="125" name="Pijl: vijfhoek 124">
            <a:extLst>
              <a:ext uri="{FF2B5EF4-FFF2-40B4-BE49-F238E27FC236}">
                <a16:creationId xmlns:a16="http://schemas.microsoft.com/office/drawing/2014/main" id="{81553F90-EFA7-179E-C5BC-1207AC33D9C5}"/>
              </a:ext>
            </a:extLst>
          </p:cNvPr>
          <p:cNvSpPr/>
          <p:nvPr/>
        </p:nvSpPr>
        <p:spPr>
          <a:xfrm>
            <a:off x="2629302" y="2387302"/>
            <a:ext cx="1877829" cy="307774"/>
          </a:xfrm>
          <a:prstGeom prst="homePlate">
            <a:avLst/>
          </a:prstGeom>
          <a:solidFill>
            <a:sysClr val="window" lastClr="FFFFFF"/>
          </a:solidFill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SCT binding</a:t>
            </a:r>
          </a:p>
        </p:txBody>
      </p:sp>
      <p:sp>
        <p:nvSpPr>
          <p:cNvPr id="126" name="Pijl: vijfhoek 125">
            <a:extLst>
              <a:ext uri="{FF2B5EF4-FFF2-40B4-BE49-F238E27FC236}">
                <a16:creationId xmlns:a16="http://schemas.microsoft.com/office/drawing/2014/main" id="{BC4DA0B2-A711-04F8-2DC0-EACA62D609CA}"/>
              </a:ext>
            </a:extLst>
          </p:cNvPr>
          <p:cNvSpPr/>
          <p:nvPr/>
        </p:nvSpPr>
        <p:spPr>
          <a:xfrm>
            <a:off x="575734" y="4962892"/>
            <a:ext cx="1228619" cy="307776"/>
          </a:xfrm>
          <a:prstGeom prst="homePlate">
            <a:avLst/>
          </a:prstGeom>
          <a:solidFill>
            <a:sysClr val="window" lastClr="FFFFFF"/>
          </a:solidFill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nl-BE" sz="1400" kern="1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Preparation</a:t>
            </a:r>
            <a:endParaRPr kumimoji="0" lang="nl-BE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7" name="Rechte verbindingslijn 126" title="Bijschrift regels">
            <a:extLst>
              <a:ext uri="{FF2B5EF4-FFF2-40B4-BE49-F238E27FC236}">
                <a16:creationId xmlns:a16="http://schemas.microsoft.com/office/drawing/2014/main" id="{5BA1F3EB-EF3A-EC2B-E8D3-67BF81157D31}"/>
              </a:ext>
            </a:extLst>
          </p:cNvPr>
          <p:cNvCxnSpPr>
            <a:cxnSpLocks/>
          </p:cNvCxnSpPr>
          <p:nvPr/>
        </p:nvCxnSpPr>
        <p:spPr>
          <a:xfrm>
            <a:off x="2048657" y="5255581"/>
            <a:ext cx="0" cy="209467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ysDash"/>
            <a:miter lim="800000"/>
            <a:headEnd type="none" w="sm" len="sm"/>
            <a:tailEnd type="none" w="sm" len="sm"/>
          </a:ln>
          <a:effectLst/>
        </p:spPr>
      </p:cxnSp>
      <p:sp>
        <p:nvSpPr>
          <p:cNvPr id="128" name="Pijl: vijfhoek 127">
            <a:extLst>
              <a:ext uri="{FF2B5EF4-FFF2-40B4-BE49-F238E27FC236}">
                <a16:creationId xmlns:a16="http://schemas.microsoft.com/office/drawing/2014/main" id="{5AE5215D-C127-FDE3-435C-F3F3E23050F8}"/>
              </a:ext>
            </a:extLst>
          </p:cNvPr>
          <p:cNvSpPr/>
          <p:nvPr/>
        </p:nvSpPr>
        <p:spPr>
          <a:xfrm>
            <a:off x="2707631" y="4351906"/>
            <a:ext cx="5163787" cy="307774"/>
          </a:xfrm>
          <a:prstGeom prst="homePlate">
            <a:avLst/>
          </a:prstGeom>
          <a:solidFill>
            <a:sysClr val="window" lastClr="FFFFFF"/>
          </a:solidFill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eHR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Registration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/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Certification</a:t>
            </a: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9" name="Rechthoek: Afgeronde hoeken 138" title="Afbeelding mijlpaal">
            <a:extLst>
              <a:ext uri="{FF2B5EF4-FFF2-40B4-BE49-F238E27FC236}">
                <a16:creationId xmlns:a16="http://schemas.microsoft.com/office/drawing/2014/main" id="{574195DC-793C-BBBA-B032-33A02C0E06CD}"/>
              </a:ext>
            </a:extLst>
          </p:cNvPr>
          <p:cNvSpPr/>
          <p:nvPr/>
        </p:nvSpPr>
        <p:spPr>
          <a:xfrm>
            <a:off x="4941048" y="5027959"/>
            <a:ext cx="873222" cy="151121"/>
          </a:xfrm>
          <a:prstGeom prst="roundRect">
            <a:avLst>
              <a:gd name="adj" fmla="val 50000"/>
            </a:avLst>
          </a:prstGeom>
          <a:solidFill>
            <a:srgbClr val="2B518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defRPr/>
            </a:pPr>
            <a:endParaRPr lang="nl-NL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0" name="Rechthoek: Afgeronde hoeken 198" title="Afbeelding mijlpaal">
            <a:extLst>
              <a:ext uri="{FF2B5EF4-FFF2-40B4-BE49-F238E27FC236}">
                <a16:creationId xmlns:a16="http://schemas.microsoft.com/office/drawing/2014/main" id="{E80EFA3C-8AFC-9A75-A860-6323FAD29EFA}"/>
              </a:ext>
            </a:extLst>
          </p:cNvPr>
          <p:cNvSpPr/>
          <p:nvPr/>
        </p:nvSpPr>
        <p:spPr>
          <a:xfrm>
            <a:off x="7487715" y="5016099"/>
            <a:ext cx="873222" cy="151121"/>
          </a:xfrm>
          <a:prstGeom prst="roundRect">
            <a:avLst>
              <a:gd name="adj" fmla="val 50000"/>
            </a:avLst>
          </a:prstGeom>
          <a:solidFill>
            <a:srgbClr val="CF2D8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rtl="0">
              <a:defRPr/>
            </a:pPr>
            <a:endParaRPr lang="nl-NL">
              <a:solidFill>
                <a:prstClr val="white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1" name="Pijl: vijfhoek 130">
            <a:extLst>
              <a:ext uri="{FF2B5EF4-FFF2-40B4-BE49-F238E27FC236}">
                <a16:creationId xmlns:a16="http://schemas.microsoft.com/office/drawing/2014/main" id="{996B5E78-9E5C-5E28-06D9-613DC62DF932}"/>
              </a:ext>
            </a:extLst>
          </p:cNvPr>
          <p:cNvSpPr/>
          <p:nvPr/>
        </p:nvSpPr>
        <p:spPr>
          <a:xfrm>
            <a:off x="2629301" y="1872887"/>
            <a:ext cx="5629641" cy="307774"/>
          </a:xfrm>
          <a:prstGeom prst="homePlate">
            <a:avLst/>
          </a:prstGeom>
          <a:solidFill>
            <a:sysClr val="window" lastClr="FFFFFF"/>
          </a:solidFill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Building Content </a:t>
            </a:r>
          </a:p>
        </p:txBody>
      </p:sp>
      <p:sp>
        <p:nvSpPr>
          <p:cNvPr id="7" name="Pijl: vijfhoek 6">
            <a:extLst>
              <a:ext uri="{FF2B5EF4-FFF2-40B4-BE49-F238E27FC236}">
                <a16:creationId xmlns:a16="http://schemas.microsoft.com/office/drawing/2014/main" id="{172BA28D-E0E5-21AD-2E09-CA49FF3DFB51}"/>
              </a:ext>
            </a:extLst>
          </p:cNvPr>
          <p:cNvSpPr/>
          <p:nvPr/>
        </p:nvSpPr>
        <p:spPr>
          <a:xfrm>
            <a:off x="1236133" y="3350088"/>
            <a:ext cx="1310970" cy="307774"/>
          </a:xfrm>
          <a:prstGeom prst="homePlate">
            <a:avLst/>
          </a:prstGeom>
          <a:solidFill>
            <a:sysClr val="window" lastClr="FFFFFF"/>
          </a:solidFill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Foundation</a:t>
            </a:r>
          </a:p>
        </p:txBody>
      </p:sp>
    </p:spTree>
    <p:extLst>
      <p:ext uri="{BB962C8B-B14F-4D97-AF65-F5344CB8AC3E}">
        <p14:creationId xmlns:p14="http://schemas.microsoft.com/office/powerpoint/2010/main" val="182557221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95</Words>
  <Application>Microsoft Office PowerPoint</Application>
  <PresentationFormat>Breedbeeld</PresentationFormat>
  <Paragraphs>50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Kantoorthema</vt:lpstr>
      <vt:lpstr>PowerPoint-presentatie</vt:lpstr>
    </vt:vector>
  </TitlesOfParts>
  <Company>FOD VVL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Véronique De Leeuw (FOD VVVL - SPF SPSCAE)</dc:creator>
  <cp:lastModifiedBy>Véronique De Leeuw (FOD VVVL - SPF SPSCAE)</cp:lastModifiedBy>
  <cp:revision>1</cp:revision>
  <dcterms:created xsi:type="dcterms:W3CDTF">2026-07-08T13:18:46Z</dcterms:created>
  <dcterms:modified xsi:type="dcterms:W3CDTF">2026-07-08T13:28:39Z</dcterms:modified>
</cp:coreProperties>
</file>